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6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70" r:id="rId10"/>
    <p:sldId id="272" r:id="rId11"/>
    <p:sldId id="271" r:id="rId12"/>
    <p:sldId id="263" r:id="rId13"/>
    <p:sldId id="264" r:id="rId14"/>
    <p:sldId id="273" r:id="rId15"/>
    <p:sldId id="265" r:id="rId16"/>
    <p:sldId id="266" r:id="rId17"/>
    <p:sldId id="267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CE6A2C-CC5B-4B13-A07F-AFE730BEE11B}" v="12" dt="2025-12-17T16:50:40.620"/>
    <p1510:client id="{103F4E8C-0FEA-350E-253C-4882AE29F6BB}" v="565" dt="2025-12-17T21:40:57.311"/>
    <p1510:client id="{F89ACE00-23D9-E2C7-CF01-3671352A3176}" v="8" dt="2025-12-17T14:59:00.6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80" y="1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PANI EMILIA" userId="3279a3db-ab5e-4cd7-982c-7b4c937d3638" providerId="ADAL" clId="{7E6AA82A-777A-4A88-82CE-4B41F8B9A755}"/>
    <pc:docChg chg="undo custSel addSld delSld modSld">
      <pc:chgData name="CAMPANI EMILIA" userId="3279a3db-ab5e-4cd7-982c-7b4c937d3638" providerId="ADAL" clId="{7E6AA82A-777A-4A88-82CE-4B41F8B9A755}" dt="2025-12-17T16:57:04.049" v="260" actId="1076"/>
      <pc:docMkLst>
        <pc:docMk/>
      </pc:docMkLst>
      <pc:sldChg chg="addSp modSp mod">
        <pc:chgData name="CAMPANI EMILIA" userId="3279a3db-ab5e-4cd7-982c-7b4c937d3638" providerId="ADAL" clId="{7E6AA82A-777A-4A88-82CE-4B41F8B9A755}" dt="2025-12-17T15:59:14.564" v="22" actId="1076"/>
        <pc:sldMkLst>
          <pc:docMk/>
          <pc:sldMk cId="0" sldId="256"/>
        </pc:sldMkLst>
        <pc:spChg chg="mod">
          <ac:chgData name="CAMPANI EMILIA" userId="3279a3db-ab5e-4cd7-982c-7b4c937d3638" providerId="ADAL" clId="{7E6AA82A-777A-4A88-82CE-4B41F8B9A755}" dt="2025-12-17T15:58:50.955" v="20" actId="20577"/>
          <ac:spMkLst>
            <pc:docMk/>
            <pc:sldMk cId="0" sldId="256"/>
            <ac:spMk id="4" creationId="{7A984173-F382-5573-6CA3-082CA254441E}"/>
          </ac:spMkLst>
        </pc:spChg>
        <pc:picChg chg="add mod">
          <ac:chgData name="CAMPANI EMILIA" userId="3279a3db-ab5e-4cd7-982c-7b4c937d3638" providerId="ADAL" clId="{7E6AA82A-777A-4A88-82CE-4B41F8B9A755}" dt="2025-12-17T15:59:14.564" v="22" actId="1076"/>
          <ac:picMkLst>
            <pc:docMk/>
            <pc:sldMk cId="0" sldId="256"/>
            <ac:picMk id="5" creationId="{0987A1CA-7B69-7C9E-E9BF-58C52FF1E086}"/>
          </ac:picMkLst>
        </pc:picChg>
      </pc:sldChg>
      <pc:sldChg chg="addSp modSp mod">
        <pc:chgData name="CAMPANI EMILIA" userId="3279a3db-ab5e-4cd7-982c-7b4c937d3638" providerId="ADAL" clId="{7E6AA82A-777A-4A88-82CE-4B41F8B9A755}" dt="2025-12-17T16:02:27.299" v="43" actId="1076"/>
        <pc:sldMkLst>
          <pc:docMk/>
          <pc:sldMk cId="0" sldId="261"/>
        </pc:sldMkLst>
        <pc:spChg chg="mod">
          <ac:chgData name="CAMPANI EMILIA" userId="3279a3db-ab5e-4cd7-982c-7b4c937d3638" providerId="ADAL" clId="{7E6AA82A-777A-4A88-82CE-4B41F8B9A755}" dt="2025-12-17T16:01:48.885" v="27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CAMPANI EMILIA" userId="3279a3db-ab5e-4cd7-982c-7b4c937d3638" providerId="ADAL" clId="{7E6AA82A-777A-4A88-82CE-4B41F8B9A755}" dt="2025-12-17T16:02:12.663" v="35" actId="20577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CAMPANI EMILIA" userId="3279a3db-ab5e-4cd7-982c-7b4c937d3638" providerId="ADAL" clId="{7E6AA82A-777A-4A88-82CE-4B41F8B9A755}" dt="2025-12-17T16:02:27.299" v="43" actId="1076"/>
          <ac:picMkLst>
            <pc:docMk/>
            <pc:sldMk cId="0" sldId="261"/>
            <ac:picMk id="5" creationId="{16FA2982-7AE2-F77B-26D4-037FEAD33611}"/>
          </ac:picMkLst>
        </pc:picChg>
        <pc:picChg chg="add mod">
          <ac:chgData name="CAMPANI EMILIA" userId="3279a3db-ab5e-4cd7-982c-7b4c937d3638" providerId="ADAL" clId="{7E6AA82A-777A-4A88-82CE-4B41F8B9A755}" dt="2025-12-17T16:02:22.305" v="40" actId="1076"/>
          <ac:picMkLst>
            <pc:docMk/>
            <pc:sldMk cId="0" sldId="261"/>
            <ac:picMk id="7" creationId="{46627626-82EE-550F-26AD-A2E54ED251B9}"/>
          </ac:picMkLst>
        </pc:picChg>
      </pc:sldChg>
      <pc:sldChg chg="addSp modSp mod">
        <pc:chgData name="CAMPANI EMILIA" userId="3279a3db-ab5e-4cd7-982c-7b4c937d3638" providerId="ADAL" clId="{7E6AA82A-777A-4A88-82CE-4B41F8B9A755}" dt="2025-12-17T16:10:01.981" v="62" actId="1076"/>
        <pc:sldMkLst>
          <pc:docMk/>
          <pc:sldMk cId="0" sldId="262"/>
        </pc:sldMkLst>
        <pc:spChg chg="mod">
          <ac:chgData name="CAMPANI EMILIA" userId="3279a3db-ab5e-4cd7-982c-7b4c937d3638" providerId="ADAL" clId="{7E6AA82A-777A-4A88-82CE-4B41F8B9A755}" dt="2025-12-17T16:09:58.110" v="60" actId="207"/>
          <ac:spMkLst>
            <pc:docMk/>
            <pc:sldMk cId="0" sldId="262"/>
            <ac:spMk id="3" creationId="{00000000-0000-0000-0000-000000000000}"/>
          </ac:spMkLst>
        </pc:spChg>
        <pc:picChg chg="add mod">
          <ac:chgData name="CAMPANI EMILIA" userId="3279a3db-ab5e-4cd7-982c-7b4c937d3638" providerId="ADAL" clId="{7E6AA82A-777A-4A88-82CE-4B41F8B9A755}" dt="2025-12-17T16:10:00.467" v="61" actId="1076"/>
          <ac:picMkLst>
            <pc:docMk/>
            <pc:sldMk cId="0" sldId="262"/>
            <ac:picMk id="5" creationId="{037F57D5-4186-65E3-91C0-00897B4EA5C9}"/>
          </ac:picMkLst>
        </pc:picChg>
        <pc:picChg chg="add mod">
          <ac:chgData name="CAMPANI EMILIA" userId="3279a3db-ab5e-4cd7-982c-7b4c937d3638" providerId="ADAL" clId="{7E6AA82A-777A-4A88-82CE-4B41F8B9A755}" dt="2025-12-17T16:10:01.981" v="62" actId="1076"/>
          <ac:picMkLst>
            <pc:docMk/>
            <pc:sldMk cId="0" sldId="262"/>
            <ac:picMk id="7" creationId="{C5CF6AAB-BC6C-5F3F-57DE-7A953AF6BC82}"/>
          </ac:picMkLst>
        </pc:picChg>
      </pc:sldChg>
      <pc:sldChg chg="modSp mod">
        <pc:chgData name="CAMPANI EMILIA" userId="3279a3db-ab5e-4cd7-982c-7b4c937d3638" providerId="ADAL" clId="{7E6AA82A-777A-4A88-82CE-4B41F8B9A755}" dt="2025-12-17T16:40:24.936" v="233" actId="1076"/>
        <pc:sldMkLst>
          <pc:docMk/>
          <pc:sldMk cId="0" sldId="263"/>
        </pc:sldMkLst>
        <pc:spChg chg="mod">
          <ac:chgData name="CAMPANI EMILIA" userId="3279a3db-ab5e-4cd7-982c-7b4c937d3638" providerId="ADAL" clId="{7E6AA82A-777A-4A88-82CE-4B41F8B9A755}" dt="2025-12-17T16:40:21.944" v="232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CAMPANI EMILIA" userId="3279a3db-ab5e-4cd7-982c-7b4c937d3638" providerId="ADAL" clId="{7E6AA82A-777A-4A88-82CE-4B41F8B9A755}" dt="2025-12-17T16:40:24.936" v="233" actId="1076"/>
          <ac:spMkLst>
            <pc:docMk/>
            <pc:sldMk cId="0" sldId="263"/>
            <ac:spMk id="3" creationId="{00000000-0000-0000-0000-000000000000}"/>
          </ac:spMkLst>
        </pc:spChg>
      </pc:sldChg>
      <pc:sldChg chg="addSp delSp modSp add mod">
        <pc:chgData name="CAMPANI EMILIA" userId="3279a3db-ab5e-4cd7-982c-7b4c937d3638" providerId="ADAL" clId="{7E6AA82A-777A-4A88-82CE-4B41F8B9A755}" dt="2025-12-17T16:34:33.810" v="217" actId="1076"/>
        <pc:sldMkLst>
          <pc:docMk/>
          <pc:sldMk cId="1272927137" sldId="268"/>
        </pc:sldMkLst>
        <pc:spChg chg="mod">
          <ac:chgData name="CAMPANI EMILIA" userId="3279a3db-ab5e-4cd7-982c-7b4c937d3638" providerId="ADAL" clId="{7E6AA82A-777A-4A88-82CE-4B41F8B9A755}" dt="2025-12-17T16:34:14.413" v="211" actId="1076"/>
          <ac:spMkLst>
            <pc:docMk/>
            <pc:sldMk cId="1272927137" sldId="268"/>
            <ac:spMk id="2" creationId="{3B26FD08-7FE7-E6B1-C8B8-977310A52A4A}"/>
          </ac:spMkLst>
        </pc:spChg>
        <pc:spChg chg="mod">
          <ac:chgData name="CAMPANI EMILIA" userId="3279a3db-ab5e-4cd7-982c-7b4c937d3638" providerId="ADAL" clId="{7E6AA82A-777A-4A88-82CE-4B41F8B9A755}" dt="2025-12-17T16:34:18.517" v="212" actId="1076"/>
          <ac:spMkLst>
            <pc:docMk/>
            <pc:sldMk cId="1272927137" sldId="268"/>
            <ac:spMk id="3" creationId="{290024AC-D7A7-27FA-8F6F-DDBAADF269E1}"/>
          </ac:spMkLst>
        </pc:spChg>
        <pc:graphicFrameChg chg="add mod modGraphic">
          <ac:chgData name="CAMPANI EMILIA" userId="3279a3db-ab5e-4cd7-982c-7b4c937d3638" providerId="ADAL" clId="{7E6AA82A-777A-4A88-82CE-4B41F8B9A755}" dt="2025-12-17T16:34:29.285" v="215" actId="14734"/>
          <ac:graphicFrameMkLst>
            <pc:docMk/>
            <pc:sldMk cId="1272927137" sldId="268"/>
            <ac:graphicFrameMk id="14" creationId="{60DFE6CD-0030-A2C2-056A-40856FCFA388}"/>
          </ac:graphicFrameMkLst>
        </pc:graphicFrameChg>
        <pc:picChg chg="del">
          <ac:chgData name="CAMPANI EMILIA" userId="3279a3db-ab5e-4cd7-982c-7b4c937d3638" providerId="ADAL" clId="{7E6AA82A-777A-4A88-82CE-4B41F8B9A755}" dt="2025-12-17T16:10:49.845" v="66" actId="478"/>
          <ac:picMkLst>
            <pc:docMk/>
            <pc:sldMk cId="1272927137" sldId="268"/>
            <ac:picMk id="5" creationId="{96AAB7D1-C4AE-32AF-AEC1-B96DA3AE04D2}"/>
          </ac:picMkLst>
        </pc:picChg>
        <pc:picChg chg="add mod">
          <ac:chgData name="CAMPANI EMILIA" userId="3279a3db-ab5e-4cd7-982c-7b4c937d3638" providerId="ADAL" clId="{7E6AA82A-777A-4A88-82CE-4B41F8B9A755}" dt="2025-12-17T16:34:33.810" v="217" actId="1076"/>
          <ac:picMkLst>
            <pc:docMk/>
            <pc:sldMk cId="1272927137" sldId="268"/>
            <ac:picMk id="6" creationId="{63F58DC3-34FA-6ADA-1872-BD55661F12B3}"/>
          </ac:picMkLst>
        </pc:picChg>
        <pc:picChg chg="del">
          <ac:chgData name="CAMPANI EMILIA" userId="3279a3db-ab5e-4cd7-982c-7b4c937d3638" providerId="ADAL" clId="{7E6AA82A-777A-4A88-82CE-4B41F8B9A755}" dt="2025-12-17T16:10:51.548" v="67" actId="478"/>
          <ac:picMkLst>
            <pc:docMk/>
            <pc:sldMk cId="1272927137" sldId="268"/>
            <ac:picMk id="7" creationId="{E5FCADE0-0C99-168A-9482-78B164B45041}"/>
          </ac:picMkLst>
        </pc:picChg>
        <pc:picChg chg="add del mod">
          <ac:chgData name="CAMPANI EMILIA" userId="3279a3db-ab5e-4cd7-982c-7b4c937d3638" providerId="ADAL" clId="{7E6AA82A-777A-4A88-82CE-4B41F8B9A755}" dt="2025-12-17T16:12:13.005" v="85" actId="21"/>
          <ac:picMkLst>
            <pc:docMk/>
            <pc:sldMk cId="1272927137" sldId="268"/>
            <ac:picMk id="9" creationId="{1182E993-A924-885D-F53B-4AC9D3B75CB0}"/>
          </ac:picMkLst>
        </pc:picChg>
        <pc:picChg chg="add del mod">
          <ac:chgData name="CAMPANI EMILIA" userId="3279a3db-ab5e-4cd7-982c-7b4c937d3638" providerId="ADAL" clId="{7E6AA82A-777A-4A88-82CE-4B41F8B9A755}" dt="2025-12-17T16:12:13.005" v="85" actId="21"/>
          <ac:picMkLst>
            <pc:docMk/>
            <pc:sldMk cId="1272927137" sldId="268"/>
            <ac:picMk id="11" creationId="{8789A5D8-D1FD-BC5E-DD15-B203B30A9F6B}"/>
          </ac:picMkLst>
        </pc:picChg>
        <pc:picChg chg="add mod">
          <ac:chgData name="CAMPANI EMILIA" userId="3279a3db-ab5e-4cd7-982c-7b4c937d3638" providerId="ADAL" clId="{7E6AA82A-777A-4A88-82CE-4B41F8B9A755}" dt="2025-12-17T16:34:32.031" v="216" actId="1076"/>
          <ac:picMkLst>
            <pc:docMk/>
            <pc:sldMk cId="1272927137" sldId="268"/>
            <ac:picMk id="13" creationId="{6DACF889-17A1-B99F-302F-90DDD2277FE1}"/>
          </ac:picMkLst>
        </pc:picChg>
      </pc:sldChg>
      <pc:sldChg chg="addSp delSp modSp add del mod">
        <pc:chgData name="CAMPANI EMILIA" userId="3279a3db-ab5e-4cd7-982c-7b4c937d3638" providerId="ADAL" clId="{7E6AA82A-777A-4A88-82CE-4B41F8B9A755}" dt="2025-12-17T16:28:36.449" v="201" actId="2696"/>
        <pc:sldMkLst>
          <pc:docMk/>
          <pc:sldMk cId="3277484920" sldId="269"/>
        </pc:sldMkLst>
        <pc:picChg chg="del">
          <ac:chgData name="CAMPANI EMILIA" userId="3279a3db-ab5e-4cd7-982c-7b4c937d3638" providerId="ADAL" clId="{7E6AA82A-777A-4A88-82CE-4B41F8B9A755}" dt="2025-12-17T16:12:35.737" v="93" actId="478"/>
          <ac:picMkLst>
            <pc:docMk/>
            <pc:sldMk cId="3277484920" sldId="269"/>
            <ac:picMk id="6" creationId="{36857F6B-57A8-2136-190D-6D33ABB89C6E}"/>
          </ac:picMkLst>
        </pc:picChg>
        <pc:picChg chg="add mod">
          <ac:chgData name="CAMPANI EMILIA" userId="3279a3db-ab5e-4cd7-982c-7b4c937d3638" providerId="ADAL" clId="{7E6AA82A-777A-4A88-82CE-4B41F8B9A755}" dt="2025-12-17T16:12:48.183" v="99" actId="1076"/>
          <ac:picMkLst>
            <pc:docMk/>
            <pc:sldMk cId="3277484920" sldId="269"/>
            <ac:picMk id="9" creationId="{1182E993-A924-885D-F53B-4AC9D3B75CB0}"/>
          </ac:picMkLst>
        </pc:picChg>
        <pc:picChg chg="add del mod">
          <ac:chgData name="CAMPANI EMILIA" userId="3279a3db-ab5e-4cd7-982c-7b4c937d3638" providerId="ADAL" clId="{7E6AA82A-777A-4A88-82CE-4B41F8B9A755}" dt="2025-12-17T16:26:30.954" v="187" actId="478"/>
          <ac:picMkLst>
            <pc:docMk/>
            <pc:sldMk cId="3277484920" sldId="269"/>
            <ac:picMk id="11" creationId="{8789A5D8-D1FD-BC5E-DD15-B203B30A9F6B}"/>
          </ac:picMkLst>
        </pc:picChg>
      </pc:sldChg>
      <pc:sldChg chg="addSp delSp modSp add mod">
        <pc:chgData name="CAMPANI EMILIA" userId="3279a3db-ab5e-4cd7-982c-7b4c937d3638" providerId="ADAL" clId="{7E6AA82A-777A-4A88-82CE-4B41F8B9A755}" dt="2025-12-17T16:27:26.754" v="200" actId="1076"/>
        <pc:sldMkLst>
          <pc:docMk/>
          <pc:sldMk cId="3746842486" sldId="270"/>
        </pc:sldMkLst>
        <pc:spChg chg="add del mod">
          <ac:chgData name="CAMPANI EMILIA" userId="3279a3db-ab5e-4cd7-982c-7b4c937d3638" providerId="ADAL" clId="{7E6AA82A-777A-4A88-82CE-4B41F8B9A755}" dt="2025-12-17T16:24:49.995" v="164" actId="478"/>
          <ac:spMkLst>
            <pc:docMk/>
            <pc:sldMk cId="3746842486" sldId="270"/>
            <ac:spMk id="13" creationId="{D1920EE7-2A1C-1958-D252-8C4A82477E4A}"/>
          </ac:spMkLst>
        </pc:spChg>
        <pc:graphicFrameChg chg="add mod modGraphic">
          <ac:chgData name="CAMPANI EMILIA" userId="3279a3db-ab5e-4cd7-982c-7b4c937d3638" providerId="ADAL" clId="{7E6AA82A-777A-4A88-82CE-4B41F8B9A755}" dt="2025-12-17T16:27:23.903" v="198" actId="1076"/>
          <ac:graphicFrameMkLst>
            <pc:docMk/>
            <pc:sldMk cId="3746842486" sldId="270"/>
            <ac:graphicFrameMk id="14" creationId="{D932C52F-F9AF-C59D-7C5D-76A000085C02}"/>
          </ac:graphicFrameMkLst>
        </pc:graphicFrameChg>
        <pc:picChg chg="add del mod">
          <ac:chgData name="CAMPANI EMILIA" userId="3279a3db-ab5e-4cd7-982c-7b4c937d3638" providerId="ADAL" clId="{7E6AA82A-777A-4A88-82CE-4B41F8B9A755}" dt="2025-12-17T16:26:35.956" v="188" actId="478"/>
          <ac:picMkLst>
            <pc:docMk/>
            <pc:sldMk cId="3746842486" sldId="270"/>
            <ac:picMk id="5" creationId="{6A096476-A46F-5590-1CB9-CA26BFC1E2DD}"/>
          </ac:picMkLst>
        </pc:picChg>
        <pc:picChg chg="add del mod">
          <ac:chgData name="CAMPANI EMILIA" userId="3279a3db-ab5e-4cd7-982c-7b4c937d3638" providerId="ADAL" clId="{7E6AA82A-777A-4A88-82CE-4B41F8B9A755}" dt="2025-12-17T16:22:59.748" v="119" actId="478"/>
          <ac:picMkLst>
            <pc:docMk/>
            <pc:sldMk cId="3746842486" sldId="270"/>
            <ac:picMk id="7" creationId="{236EA5BB-5EC2-8A2A-F87B-A604CB45C735}"/>
          </ac:picMkLst>
        </pc:picChg>
        <pc:picChg chg="del">
          <ac:chgData name="CAMPANI EMILIA" userId="3279a3db-ab5e-4cd7-982c-7b4c937d3638" providerId="ADAL" clId="{7E6AA82A-777A-4A88-82CE-4B41F8B9A755}" dt="2025-12-17T16:13:30.594" v="104" actId="478"/>
          <ac:picMkLst>
            <pc:docMk/>
            <pc:sldMk cId="3746842486" sldId="270"/>
            <ac:picMk id="9" creationId="{F954493D-BFAF-5A9D-53A0-97681F046818}"/>
          </ac:picMkLst>
        </pc:picChg>
        <pc:picChg chg="add del mod">
          <ac:chgData name="CAMPANI EMILIA" userId="3279a3db-ab5e-4cd7-982c-7b4c937d3638" providerId="ADAL" clId="{7E6AA82A-777A-4A88-82CE-4B41F8B9A755}" dt="2025-12-17T16:26:40.342" v="191" actId="478"/>
          <ac:picMkLst>
            <pc:docMk/>
            <pc:sldMk cId="3746842486" sldId="270"/>
            <ac:picMk id="10" creationId="{E41B17F5-739A-FD2E-AF79-ECE5E4DE7F88}"/>
          </ac:picMkLst>
        </pc:picChg>
        <pc:picChg chg="del">
          <ac:chgData name="CAMPANI EMILIA" userId="3279a3db-ab5e-4cd7-982c-7b4c937d3638" providerId="ADAL" clId="{7E6AA82A-777A-4A88-82CE-4B41F8B9A755}" dt="2025-12-17T16:13:32.338" v="105" actId="478"/>
          <ac:picMkLst>
            <pc:docMk/>
            <pc:sldMk cId="3746842486" sldId="270"/>
            <ac:picMk id="11" creationId="{483ED975-11F0-F664-5D17-B2E585EC6ACF}"/>
          </ac:picMkLst>
        </pc:picChg>
        <pc:picChg chg="add mod">
          <ac:chgData name="CAMPANI EMILIA" userId="3279a3db-ab5e-4cd7-982c-7b4c937d3638" providerId="ADAL" clId="{7E6AA82A-777A-4A88-82CE-4B41F8B9A755}" dt="2025-12-17T16:27:25.099" v="199" actId="1076"/>
          <ac:picMkLst>
            <pc:docMk/>
            <pc:sldMk cId="3746842486" sldId="270"/>
            <ac:picMk id="15" creationId="{77FE8EB2-C8FE-6895-5C97-C3B6EF353CD7}"/>
          </ac:picMkLst>
        </pc:picChg>
        <pc:picChg chg="add mod">
          <ac:chgData name="CAMPANI EMILIA" userId="3279a3db-ab5e-4cd7-982c-7b4c937d3638" providerId="ADAL" clId="{7E6AA82A-777A-4A88-82CE-4B41F8B9A755}" dt="2025-12-17T16:27:26.754" v="200" actId="1076"/>
          <ac:picMkLst>
            <pc:docMk/>
            <pc:sldMk cId="3746842486" sldId="270"/>
            <ac:picMk id="17" creationId="{129998D9-3515-982C-2189-70236C251563}"/>
          </ac:picMkLst>
        </pc:picChg>
      </pc:sldChg>
      <pc:sldChg chg="add">
        <pc:chgData name="CAMPANI EMILIA" userId="3279a3db-ab5e-4cd7-982c-7b4c937d3638" providerId="ADAL" clId="{7E6AA82A-777A-4A88-82CE-4B41F8B9A755}" dt="2025-12-17T16:26:14.426" v="186" actId="2890"/>
        <pc:sldMkLst>
          <pc:docMk/>
          <pc:sldMk cId="1836946847" sldId="271"/>
        </pc:sldMkLst>
      </pc:sldChg>
      <pc:sldChg chg="addSp delSp modSp add mod">
        <pc:chgData name="CAMPANI EMILIA" userId="3279a3db-ab5e-4cd7-982c-7b4c937d3638" providerId="ADAL" clId="{7E6AA82A-777A-4A88-82CE-4B41F8B9A755}" dt="2025-12-17T16:36:16.093" v="231" actId="1076"/>
        <pc:sldMkLst>
          <pc:docMk/>
          <pc:sldMk cId="677050049" sldId="272"/>
        </pc:sldMkLst>
        <pc:picChg chg="add mod">
          <ac:chgData name="CAMPANI EMILIA" userId="3279a3db-ab5e-4cd7-982c-7b4c937d3638" providerId="ADAL" clId="{7E6AA82A-777A-4A88-82CE-4B41F8B9A755}" dt="2025-12-17T16:35:09.706" v="223" actId="1076"/>
          <ac:picMkLst>
            <pc:docMk/>
            <pc:sldMk cId="677050049" sldId="272"/>
            <ac:picMk id="5" creationId="{11FD564B-D15F-3A96-61B0-B3472D033396}"/>
          </ac:picMkLst>
        </pc:picChg>
        <pc:picChg chg="add mod">
          <ac:chgData name="CAMPANI EMILIA" userId="3279a3db-ab5e-4cd7-982c-7b4c937d3638" providerId="ADAL" clId="{7E6AA82A-777A-4A88-82CE-4B41F8B9A755}" dt="2025-12-17T16:36:16.093" v="231" actId="1076"/>
          <ac:picMkLst>
            <pc:docMk/>
            <pc:sldMk cId="677050049" sldId="272"/>
            <ac:picMk id="7" creationId="{A3AA3BEE-8D7D-0F01-D660-78041DF12DA1}"/>
          </ac:picMkLst>
        </pc:picChg>
        <pc:picChg chg="del">
          <ac:chgData name="CAMPANI EMILIA" userId="3279a3db-ab5e-4cd7-982c-7b4c937d3638" providerId="ADAL" clId="{7E6AA82A-777A-4A88-82CE-4B41F8B9A755}" dt="2025-12-17T16:34:50.729" v="218" actId="478"/>
          <ac:picMkLst>
            <pc:docMk/>
            <pc:sldMk cId="677050049" sldId="272"/>
            <ac:picMk id="15" creationId="{9793B582-71D5-8E73-4687-4ED4DCE55CBA}"/>
          </ac:picMkLst>
        </pc:picChg>
        <pc:picChg chg="del">
          <ac:chgData name="CAMPANI EMILIA" userId="3279a3db-ab5e-4cd7-982c-7b4c937d3638" providerId="ADAL" clId="{7E6AA82A-777A-4A88-82CE-4B41F8B9A755}" dt="2025-12-17T16:34:52.895" v="219" actId="478"/>
          <ac:picMkLst>
            <pc:docMk/>
            <pc:sldMk cId="677050049" sldId="272"/>
            <ac:picMk id="17" creationId="{B5182C01-FF03-C333-25AB-56DEEAA7A7DE}"/>
          </ac:picMkLst>
        </pc:picChg>
      </pc:sldChg>
      <pc:sldChg chg="addSp modSp add mod modAnim">
        <pc:chgData name="CAMPANI EMILIA" userId="3279a3db-ab5e-4cd7-982c-7b4c937d3638" providerId="ADAL" clId="{7E6AA82A-777A-4A88-82CE-4B41F8B9A755}" dt="2025-12-17T16:57:04.049" v="260" actId="1076"/>
        <pc:sldMkLst>
          <pc:docMk/>
          <pc:sldMk cId="1850500064" sldId="273"/>
        </pc:sldMkLst>
        <pc:spChg chg="mod">
          <ac:chgData name="CAMPANI EMILIA" userId="3279a3db-ab5e-4cd7-982c-7b4c937d3638" providerId="ADAL" clId="{7E6AA82A-777A-4A88-82CE-4B41F8B9A755}" dt="2025-12-17T16:45:40.490" v="235" actId="1076"/>
          <ac:spMkLst>
            <pc:docMk/>
            <pc:sldMk cId="1850500064" sldId="273"/>
            <ac:spMk id="2" creationId="{21F4269F-5C57-9FCB-64AA-4D43940ECEFB}"/>
          </ac:spMkLst>
        </pc:spChg>
        <pc:spChg chg="mod">
          <ac:chgData name="CAMPANI EMILIA" userId="3279a3db-ab5e-4cd7-982c-7b4c937d3638" providerId="ADAL" clId="{7E6AA82A-777A-4A88-82CE-4B41F8B9A755}" dt="2025-12-17T16:55:01.289" v="256" actId="1076"/>
          <ac:spMkLst>
            <pc:docMk/>
            <pc:sldMk cId="1850500064" sldId="273"/>
            <ac:spMk id="3" creationId="{92D8BBB3-37D7-91AB-7523-FDA713576F74}"/>
          </ac:spMkLst>
        </pc:spChg>
        <pc:picChg chg="add mod ord modCrop">
          <ac:chgData name="CAMPANI EMILIA" userId="3279a3db-ab5e-4cd7-982c-7b4c937d3638" providerId="ADAL" clId="{7E6AA82A-777A-4A88-82CE-4B41F8B9A755}" dt="2025-12-17T16:57:04.049" v="260" actId="1076"/>
          <ac:picMkLst>
            <pc:docMk/>
            <pc:sldMk cId="1850500064" sldId="273"/>
            <ac:picMk id="4" creationId="{F4ED4264-7C81-9AD1-F24B-261CD2BFAAA3}"/>
          </ac:picMkLst>
        </pc:picChg>
        <pc:picChg chg="add mod">
          <ac:chgData name="CAMPANI EMILIA" userId="3279a3db-ab5e-4cd7-982c-7b4c937d3638" providerId="ADAL" clId="{7E6AA82A-777A-4A88-82CE-4B41F8B9A755}" dt="2025-12-17T16:55:03.224" v="257" actId="1076"/>
          <ac:picMkLst>
            <pc:docMk/>
            <pc:sldMk cId="1850500064" sldId="273"/>
            <ac:picMk id="6" creationId="{3CE4D3F7-9FFC-6C57-E43B-00F301C25328}"/>
          </ac:picMkLst>
        </pc:picChg>
      </pc:sldChg>
    </pc:docChg>
  </pc:docChgLst>
  <pc:docChgLst>
    <pc:chgData name="N'GUESSAN PAUL-HENRI PAHALIAH" userId="S::paul-henripaha.nguessan01@universitadipavia.it::b6d50366-2136-42ee-a08a-688aee55b4ff" providerId="AD" clId="Web-{F89ACE00-23D9-E2C7-CF01-3671352A3176}"/>
    <pc:docChg chg="modSld">
      <pc:chgData name="N'GUESSAN PAUL-HENRI PAHALIAH" userId="S::paul-henripaha.nguessan01@universitadipavia.it::b6d50366-2136-42ee-a08a-688aee55b4ff" providerId="AD" clId="Web-{F89ACE00-23D9-E2C7-CF01-3671352A3176}" dt="2025-12-17T14:59:00.645" v="4" actId="20577"/>
      <pc:docMkLst>
        <pc:docMk/>
      </pc:docMkLst>
      <pc:sldChg chg="modSp">
        <pc:chgData name="N'GUESSAN PAUL-HENRI PAHALIAH" userId="S::paul-henripaha.nguessan01@universitadipavia.it::b6d50366-2136-42ee-a08a-688aee55b4ff" providerId="AD" clId="Web-{F89ACE00-23D9-E2C7-CF01-3671352A3176}" dt="2025-12-17T14:59:00.645" v="4" actId="20577"/>
        <pc:sldMkLst>
          <pc:docMk/>
          <pc:sldMk cId="0" sldId="256"/>
        </pc:sldMkLst>
        <pc:spChg chg="mod">
          <ac:chgData name="N'GUESSAN PAUL-HENRI PAHALIAH" userId="S::paul-henripaha.nguessan01@universitadipavia.it::b6d50366-2136-42ee-a08a-688aee55b4ff" providerId="AD" clId="Web-{F89ACE00-23D9-E2C7-CF01-3671352A3176}" dt="2025-12-17T14:59:00.645" v="4" actId="20577"/>
          <ac:spMkLst>
            <pc:docMk/>
            <pc:sldMk cId="0" sldId="256"/>
            <ac:spMk id="4" creationId="{7A984173-F382-5573-6CA3-082CA254441E}"/>
          </ac:spMkLst>
        </pc:spChg>
      </pc:sldChg>
    </pc:docChg>
  </pc:docChgLst>
  <pc:docChgLst>
    <pc:chgData name="Alban itendi" userId="93d37e14-654f-46d1-9936-8ee5354b024b" providerId="ADAL" clId="{87BA2FC5-7A7C-4AED-9890-37297D62C793}"/>
    <pc:docChg chg="modSld">
      <pc:chgData name="Alban itendi" userId="93d37e14-654f-46d1-9936-8ee5354b024b" providerId="ADAL" clId="{87BA2FC5-7A7C-4AED-9890-37297D62C793}" dt="2025-12-17T19:15:04.014" v="1" actId="20577"/>
      <pc:docMkLst>
        <pc:docMk/>
      </pc:docMkLst>
      <pc:sldChg chg="modSp mod">
        <pc:chgData name="Alban itendi" userId="93d37e14-654f-46d1-9936-8ee5354b024b" providerId="ADAL" clId="{87BA2FC5-7A7C-4AED-9890-37297D62C793}" dt="2025-12-17T19:15:04.014" v="1" actId="20577"/>
        <pc:sldMkLst>
          <pc:docMk/>
          <pc:sldMk cId="0" sldId="260"/>
        </pc:sldMkLst>
        <pc:spChg chg="mod">
          <ac:chgData name="Alban itendi" userId="93d37e14-654f-46d1-9936-8ee5354b024b" providerId="ADAL" clId="{87BA2FC5-7A7C-4AED-9890-37297D62C793}" dt="2025-12-17T19:15:04.014" v="1" actId="20577"/>
          <ac:spMkLst>
            <pc:docMk/>
            <pc:sldMk cId="0" sldId="260"/>
            <ac:spMk id="3" creationId="{00000000-0000-0000-0000-000000000000}"/>
          </ac:spMkLst>
        </pc:spChg>
      </pc:sldChg>
    </pc:docChg>
  </pc:docChgLst>
  <pc:docChgLst>
    <pc:chgData name="N'GUESSAN PAUL-HENRI PAHALIAH" userId="S::paul-henripaha.nguessan01@universitadipavia.it::b6d50366-2136-42ee-a08a-688aee55b4ff" providerId="AD" clId="Web-{103F4E8C-0FEA-350E-253C-4882AE29F6BB}"/>
    <pc:docChg chg="mod addSld delSld modSld addMainMaster delMainMaster modMainMaster">
      <pc:chgData name="N'GUESSAN PAUL-HENRI PAHALIAH" userId="S::paul-henripaha.nguessan01@universitadipavia.it::b6d50366-2136-42ee-a08a-688aee55b4ff" providerId="AD" clId="Web-{103F4E8C-0FEA-350E-253C-4882AE29F6BB}" dt="2025-12-17T21:40:57.311" v="572" actId="20577"/>
      <pc:docMkLst>
        <pc:docMk/>
      </pc:docMkLst>
      <pc:sldChg chg="addSp delSp modSp mod modClrScheme chgLayout">
        <pc:chgData name="N'GUESSAN PAUL-HENRI PAHALIAH" userId="S::paul-henripaha.nguessan01@universitadipavia.it::b6d50366-2136-42ee-a08a-688aee55b4ff" providerId="AD" clId="Web-{103F4E8C-0FEA-350E-253C-4882AE29F6BB}" dt="2025-12-17T21:25:24.997" v="503"/>
        <pc:sldMkLst>
          <pc:docMk/>
          <pc:sldMk cId="0" sldId="256"/>
        </pc:sldMkLst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N'GUESSAN PAUL-HENRI PAHALIAH" userId="S::paul-henripaha.nguessan01@universitadipavia.it::b6d50366-2136-42ee-a08a-688aee55b4ff" providerId="AD" clId="Web-{103F4E8C-0FEA-350E-253C-4882AE29F6BB}" dt="2025-12-17T20:13:12.876" v="35"/>
          <ac:spMkLst>
            <pc:docMk/>
            <pc:sldMk cId="0" sldId="256"/>
            <ac:spMk id="4" creationId="{7A984173-F382-5573-6CA3-082CA254441E}"/>
          </ac:spMkLst>
        </pc:spChg>
        <pc:picChg chg="del">
          <ac:chgData name="N'GUESSAN PAUL-HENRI PAHALIAH" userId="S::paul-henripaha.nguessan01@universitadipavia.it::b6d50366-2136-42ee-a08a-688aee55b4ff" providerId="AD" clId="Web-{103F4E8C-0FEA-350E-253C-4882AE29F6BB}" dt="2025-12-17T21:06:05.955" v="442"/>
          <ac:picMkLst>
            <pc:docMk/>
            <pc:sldMk cId="0" sldId="256"/>
            <ac:picMk id="5" creationId="{0987A1CA-7B69-7C9E-E9BF-58C52FF1E086}"/>
          </ac:picMkLst>
        </pc:picChg>
        <pc:picChg chg="add mod">
          <ac:chgData name="N'GUESSAN PAUL-HENRI PAHALIAH" userId="S::paul-henripaha.nguessan01@universitadipavia.it::b6d50366-2136-42ee-a08a-688aee55b4ff" providerId="AD" clId="Web-{103F4E8C-0FEA-350E-253C-4882AE29F6BB}" dt="2025-12-17T21:25:24.997" v="503"/>
          <ac:picMkLst>
            <pc:docMk/>
            <pc:sldMk cId="0" sldId="256"/>
            <ac:picMk id="6" creationId="{CB9E5A21-EE54-1677-DA02-A0BE48AD7947}"/>
          </ac:picMkLst>
        </pc:picChg>
      </pc:sldChg>
      <pc:sldChg chg="addSp modSp mod modClrScheme chgLayout">
        <pc:chgData name="N'GUESSAN PAUL-HENRI PAHALIAH" userId="S::paul-henripaha.nguessan01@universitadipavia.it::b6d50366-2136-42ee-a08a-688aee55b4ff" providerId="AD" clId="Web-{103F4E8C-0FEA-350E-253C-4882AE29F6BB}" dt="2025-12-17T21:25:30.997" v="504"/>
        <pc:sldMkLst>
          <pc:docMk/>
          <pc:sldMk cId="0" sldId="257"/>
        </pc:sldMkLst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0" sldId="257"/>
            <ac:spMk id="2" creationId="{00000000-0000-0000-0000-000000000000}"/>
          </ac:spMkLst>
        </pc:spChg>
        <pc:spChg chg="mod ord">
          <ac:chgData name="N'GUESSAN PAUL-HENRI PAHALIAH" userId="S::paul-henripaha.nguessan01@universitadipavia.it::b6d50366-2136-42ee-a08a-688aee55b4ff" providerId="AD" clId="Web-{103F4E8C-0FEA-350E-253C-4882AE29F6BB}" dt="2025-12-17T21:11:09.884" v="449" actId="14100"/>
          <ac:spMkLst>
            <pc:docMk/>
            <pc:sldMk cId="0" sldId="257"/>
            <ac:spMk id="3" creationId="{00000000-0000-0000-0000-000000000000}"/>
          </ac:spMkLst>
        </pc:spChg>
        <pc:picChg chg="add mod">
          <ac:chgData name="N'GUESSAN PAUL-HENRI PAHALIAH" userId="S::paul-henripaha.nguessan01@universitadipavia.it::b6d50366-2136-42ee-a08a-688aee55b4ff" providerId="AD" clId="Web-{103F4E8C-0FEA-350E-253C-4882AE29F6BB}" dt="2025-12-17T21:25:30.997" v="504"/>
          <ac:picMkLst>
            <pc:docMk/>
            <pc:sldMk cId="0" sldId="257"/>
            <ac:picMk id="5" creationId="{11C1AB0C-F420-6561-0286-FF83702DD0D9}"/>
          </ac:picMkLst>
        </pc:picChg>
      </pc:sldChg>
      <pc:sldChg chg="addSp modSp mod setBg modClrScheme chgLayout">
        <pc:chgData name="N'GUESSAN PAUL-HENRI PAHALIAH" userId="S::paul-henripaha.nguessan01@universitadipavia.it::b6d50366-2136-42ee-a08a-688aee55b4ff" providerId="AD" clId="Web-{103F4E8C-0FEA-350E-253C-4882AE29F6BB}" dt="2025-12-17T21:40:57.311" v="572" actId="20577"/>
        <pc:sldMkLst>
          <pc:docMk/>
          <pc:sldMk cId="0" sldId="258"/>
        </pc:sldMkLst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N'GUESSAN PAUL-HENRI PAHALIAH" userId="S::paul-henripaha.nguessan01@universitadipavia.it::b6d50366-2136-42ee-a08a-688aee55b4ff" providerId="AD" clId="Web-{103F4E8C-0FEA-350E-253C-4882AE29F6BB}" dt="2025-12-17T21:40:57.311" v="572" actId="20577"/>
          <ac:spMkLst>
            <pc:docMk/>
            <pc:sldMk cId="0" sldId="258"/>
            <ac:spMk id="3" creationId="{00000000-0000-0000-0000-000000000000}"/>
          </ac:spMkLst>
        </pc:spChg>
        <pc:picChg chg="mod">
          <ac:chgData name="N'GUESSAN PAUL-HENRI PAHALIAH" userId="S::paul-henripaha.nguessan01@universitadipavia.it::b6d50366-2136-42ee-a08a-688aee55b4ff" providerId="AD" clId="Web-{103F4E8C-0FEA-350E-253C-4882AE29F6BB}" dt="2025-12-17T20:47:41.322" v="202"/>
          <ac:picMkLst>
            <pc:docMk/>
            <pc:sldMk cId="0" sldId="258"/>
            <ac:picMk id="5" creationId="{E18DFEDD-F3F0-3054-8C97-2FE27AD272F2}"/>
          </ac:picMkLst>
        </pc:picChg>
        <pc:picChg chg="add mod">
          <ac:chgData name="N'GUESSAN PAUL-HENRI PAHALIAH" userId="S::paul-henripaha.nguessan01@universitadipavia.it::b6d50366-2136-42ee-a08a-688aee55b4ff" providerId="AD" clId="Web-{103F4E8C-0FEA-350E-253C-4882AE29F6BB}" dt="2025-12-17T21:26:26.701" v="505"/>
          <ac:picMkLst>
            <pc:docMk/>
            <pc:sldMk cId="0" sldId="258"/>
            <ac:picMk id="6" creationId="{DE6C89FC-03E6-F715-52D2-30DEA9BABF2E}"/>
          </ac:picMkLst>
        </pc:picChg>
      </pc:sldChg>
      <pc:sldChg chg="addSp delSp modSp mod setBg modClrScheme delDesignElem chgLayout">
        <pc:chgData name="N'GUESSAN PAUL-HENRI PAHALIAH" userId="S::paul-henripaha.nguessan01@universitadipavia.it::b6d50366-2136-42ee-a08a-688aee55b4ff" providerId="AD" clId="Web-{103F4E8C-0FEA-350E-253C-4882AE29F6BB}" dt="2025-12-17T21:40:48.843" v="571" actId="20577"/>
        <pc:sldMkLst>
          <pc:docMk/>
          <pc:sldMk cId="0" sldId="259"/>
        </pc:sldMkLst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N'GUESSAN PAUL-HENRI PAHALIAH" userId="S::paul-henripaha.nguessan01@universitadipavia.it::b6d50366-2136-42ee-a08a-688aee55b4ff" providerId="AD" clId="Web-{103F4E8C-0FEA-350E-253C-4882AE29F6BB}" dt="2025-12-17T21:40:48.843" v="571" actId="20577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N'GUESSAN PAUL-HENRI PAHALIAH" userId="S::paul-henripaha.nguessan01@universitadipavia.it::b6d50366-2136-42ee-a08a-688aee55b4ff" providerId="AD" clId="Web-{103F4E8C-0FEA-350E-253C-4882AE29F6BB}" dt="2025-12-17T20:37:01.221" v="153"/>
          <ac:spMkLst>
            <pc:docMk/>
            <pc:sldMk cId="0" sldId="259"/>
            <ac:spMk id="9" creationId="{C2E4E997-8672-4FFD-B8EC-9932A8E4714B}"/>
          </ac:spMkLst>
        </pc:spChg>
        <pc:grpChg chg="add del">
          <ac:chgData name="N'GUESSAN PAUL-HENRI PAHALIAH" userId="S::paul-henripaha.nguessan01@universitadipavia.it::b6d50366-2136-42ee-a08a-688aee55b4ff" providerId="AD" clId="Web-{103F4E8C-0FEA-350E-253C-4882AE29F6BB}" dt="2025-12-17T20:37:01.221" v="153"/>
          <ac:grpSpMkLst>
            <pc:docMk/>
            <pc:sldMk cId="0" sldId="259"/>
            <ac:grpSpMk id="13" creationId="{453E4DEE-E996-40F8-8635-0FF43D7348F9}"/>
          </ac:grpSpMkLst>
        </pc:grpChg>
        <pc:picChg chg="add mod">
          <ac:chgData name="N'GUESSAN PAUL-HENRI PAHALIAH" userId="S::paul-henripaha.nguessan01@universitadipavia.it::b6d50366-2136-42ee-a08a-688aee55b4ff" providerId="AD" clId="Web-{103F4E8C-0FEA-350E-253C-4882AE29F6BB}" dt="2025-12-17T20:47:31.259" v="201"/>
          <ac:picMkLst>
            <pc:docMk/>
            <pc:sldMk cId="0" sldId="259"/>
            <ac:picMk id="4" creationId="{4941E342-59B8-FE27-B313-38A706356177}"/>
          </ac:picMkLst>
        </pc:picChg>
        <pc:picChg chg="add mod">
          <ac:chgData name="N'GUESSAN PAUL-HENRI PAHALIAH" userId="S::paul-henripaha.nguessan01@universitadipavia.it::b6d50366-2136-42ee-a08a-688aee55b4ff" providerId="AD" clId="Web-{103F4E8C-0FEA-350E-253C-4882AE29F6BB}" dt="2025-12-17T21:26:33.357" v="506"/>
          <ac:picMkLst>
            <pc:docMk/>
            <pc:sldMk cId="0" sldId="259"/>
            <ac:picMk id="6" creationId="{C194112D-8B58-E22D-2AE3-8D118BDA53DE}"/>
          </ac:picMkLst>
        </pc:picChg>
        <pc:picChg chg="add del">
          <ac:chgData name="N'GUESSAN PAUL-HENRI PAHALIAH" userId="S::paul-henripaha.nguessan01@universitadipavia.it::b6d50366-2136-42ee-a08a-688aee55b4ff" providerId="AD" clId="Web-{103F4E8C-0FEA-350E-253C-4882AE29F6BB}" dt="2025-12-17T20:37:01.221" v="153"/>
          <ac:picMkLst>
            <pc:docMk/>
            <pc:sldMk cId="0" sldId="259"/>
            <ac:picMk id="11" creationId="{FE6BA9E6-1D9E-4D30-B528-D49FA1342E4E}"/>
          </ac:picMkLst>
        </pc:picChg>
      </pc:sldChg>
      <pc:sldChg chg="addSp delSp modSp mod setBg modClrScheme setClrOvrMap chgLayout">
        <pc:chgData name="N'GUESSAN PAUL-HENRI PAHALIAH" userId="S::paul-henripaha.nguessan01@universitadipavia.it::b6d50366-2136-42ee-a08a-688aee55b4ff" providerId="AD" clId="Web-{103F4E8C-0FEA-350E-253C-4882AE29F6BB}" dt="2025-12-17T21:40:41.327" v="570" actId="20577"/>
        <pc:sldMkLst>
          <pc:docMk/>
          <pc:sldMk cId="0" sldId="260"/>
        </pc:sldMkLst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0" sldId="260"/>
            <ac:spMk id="2" creationId="{00000000-0000-0000-0000-000000000000}"/>
          </ac:spMkLst>
        </pc:spChg>
        <pc:spChg chg="mod ord">
          <ac:chgData name="N'GUESSAN PAUL-HENRI PAHALIAH" userId="S::paul-henripaha.nguessan01@universitadipavia.it::b6d50366-2136-42ee-a08a-688aee55b4ff" providerId="AD" clId="Web-{103F4E8C-0FEA-350E-253C-4882AE29F6BB}" dt="2025-12-17T21:40:41.327" v="570" actId="20577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N'GUESSAN PAUL-HENRI PAHALIAH" userId="S::paul-henripaha.nguessan01@universitadipavia.it::b6d50366-2136-42ee-a08a-688aee55b4ff" providerId="AD" clId="Web-{103F4E8C-0FEA-350E-253C-4882AE29F6BB}" dt="2025-12-17T20:26:27.021" v="77"/>
          <ac:spMkLst>
            <pc:docMk/>
            <pc:sldMk cId="0" sldId="260"/>
            <ac:spMk id="9" creationId="{3CBA50DB-DBC7-4B6E-B3C1-8FF1EA519791}"/>
          </ac:spMkLst>
        </pc:spChg>
        <pc:spChg chg="add del">
          <ac:chgData name="N'GUESSAN PAUL-HENRI PAHALIAH" userId="S::paul-henripaha.nguessan01@universitadipavia.it::b6d50366-2136-42ee-a08a-688aee55b4ff" providerId="AD" clId="Web-{103F4E8C-0FEA-350E-253C-4882AE29F6BB}" dt="2025-12-17T20:26:27.021" v="77"/>
          <ac:spMkLst>
            <pc:docMk/>
            <pc:sldMk cId="0" sldId="260"/>
            <ac:spMk id="54" creationId="{A1351C6B-7343-451F-AB4A-1CE294A4E927}"/>
          </ac:spMkLst>
        </pc:spChg>
        <pc:grpChg chg="add del">
          <ac:chgData name="N'GUESSAN PAUL-HENRI PAHALIAH" userId="S::paul-henripaha.nguessan01@universitadipavia.it::b6d50366-2136-42ee-a08a-688aee55b4ff" providerId="AD" clId="Web-{103F4E8C-0FEA-350E-253C-4882AE29F6BB}" dt="2025-12-17T20:26:27.021" v="77"/>
          <ac:grpSpMkLst>
            <pc:docMk/>
            <pc:sldMk cId="0" sldId="260"/>
            <ac:grpSpMk id="11" creationId="{1DED8FB6-AF8D-4D98-913D-E6486FEC1021}"/>
          </ac:grpSpMkLst>
        </pc:grpChg>
        <pc:picChg chg="add mod ord">
          <ac:chgData name="N'GUESSAN PAUL-HENRI PAHALIAH" userId="S::paul-henripaha.nguessan01@universitadipavia.it::b6d50366-2136-42ee-a08a-688aee55b4ff" providerId="AD" clId="Web-{103F4E8C-0FEA-350E-253C-4882AE29F6BB}" dt="2025-12-17T20:47:12.477" v="198" actId="1076"/>
          <ac:picMkLst>
            <pc:docMk/>
            <pc:sldMk cId="0" sldId="260"/>
            <ac:picMk id="4" creationId="{4BFFA936-319B-B06E-ED0B-1030FE2766DF}"/>
          </ac:picMkLst>
        </pc:picChg>
        <pc:picChg chg="add mod">
          <ac:chgData name="N'GUESSAN PAUL-HENRI PAHALIAH" userId="S::paul-henripaha.nguessan01@universitadipavia.it::b6d50366-2136-42ee-a08a-688aee55b4ff" providerId="AD" clId="Web-{103F4E8C-0FEA-350E-253C-4882AE29F6BB}" dt="2025-12-17T21:15:06.262" v="477"/>
          <ac:picMkLst>
            <pc:docMk/>
            <pc:sldMk cId="0" sldId="260"/>
            <ac:picMk id="6" creationId="{18A62AA6-8001-7BD3-EB1A-0EAC5B129A98}"/>
          </ac:picMkLst>
        </pc:picChg>
        <pc:picChg chg="add del">
          <ac:chgData name="N'GUESSAN PAUL-HENRI PAHALIAH" userId="S::paul-henripaha.nguessan01@universitadipavia.it::b6d50366-2136-42ee-a08a-688aee55b4ff" providerId="AD" clId="Web-{103F4E8C-0FEA-350E-253C-4882AE29F6BB}" dt="2025-12-17T20:26:27.021" v="77"/>
          <ac:picMkLst>
            <pc:docMk/>
            <pc:sldMk cId="0" sldId="260"/>
            <ac:picMk id="52" creationId="{5B3DE270-418F-47A7-B311-C4D876041DC6}"/>
          </ac:picMkLst>
        </pc:picChg>
      </pc:sldChg>
      <pc:sldChg chg="addSp delSp modSp mod setBg modClrScheme chgLayout">
        <pc:chgData name="N'GUESSAN PAUL-HENRI PAHALIAH" userId="S::paul-henripaha.nguessan01@universitadipavia.it::b6d50366-2136-42ee-a08a-688aee55b4ff" providerId="AD" clId="Web-{103F4E8C-0FEA-350E-253C-4882AE29F6BB}" dt="2025-12-17T21:32:22.533" v="515" actId="1076"/>
        <pc:sldMkLst>
          <pc:docMk/>
          <pc:sldMk cId="0" sldId="261"/>
        </pc:sldMkLst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0" sldId="261"/>
            <ac:spMk id="2" creationId="{00000000-0000-0000-0000-000000000000}"/>
          </ac:spMkLst>
        </pc:spChg>
        <pc:spChg chg="mod ord">
          <ac:chgData name="N'GUESSAN PAUL-HENRI PAHALIAH" userId="S::paul-henripaha.nguessan01@universitadipavia.it::b6d50366-2136-42ee-a08a-688aee55b4ff" providerId="AD" clId="Web-{103F4E8C-0FEA-350E-253C-4882AE29F6BB}" dt="2025-12-17T21:32:22.533" v="515" actId="1076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N'GUESSAN PAUL-HENRI PAHALIAH" userId="S::paul-henripaha.nguessan01@universitadipavia.it::b6d50366-2136-42ee-a08a-688aee55b4ff" providerId="AD" clId="Web-{103F4E8C-0FEA-350E-253C-4882AE29F6BB}" dt="2025-12-17T20:27:48.386" v="88"/>
          <ac:spMkLst>
            <pc:docMk/>
            <pc:sldMk cId="0" sldId="261"/>
            <ac:spMk id="12" creationId="{E704FA00-F5B1-4BF3-BFB2-F832D367024B}"/>
          </ac:spMkLst>
        </pc:spChg>
        <pc:picChg chg="mod">
          <ac:chgData name="N'GUESSAN PAUL-HENRI PAHALIAH" userId="S::paul-henripaha.nguessan01@universitadipavia.it::b6d50366-2136-42ee-a08a-688aee55b4ff" providerId="AD" clId="Web-{103F4E8C-0FEA-350E-253C-4882AE29F6BB}" dt="2025-12-17T21:13:11.886" v="466" actId="1076"/>
          <ac:picMkLst>
            <pc:docMk/>
            <pc:sldMk cId="0" sldId="261"/>
            <ac:picMk id="5" creationId="{16FA2982-7AE2-F77B-26D4-037FEAD33611}"/>
          </ac:picMkLst>
        </pc:picChg>
        <pc:picChg chg="add mod">
          <ac:chgData name="N'GUESSAN PAUL-HENRI PAHALIAH" userId="S::paul-henripaha.nguessan01@universitadipavia.it::b6d50366-2136-42ee-a08a-688aee55b4ff" providerId="AD" clId="Web-{103F4E8C-0FEA-350E-253C-4882AE29F6BB}" dt="2025-12-17T21:14:41.059" v="476"/>
          <ac:picMkLst>
            <pc:docMk/>
            <pc:sldMk cId="0" sldId="261"/>
            <ac:picMk id="6" creationId="{BF5E2B47-1336-6B05-AB3D-76C2167E277A}"/>
          </ac:picMkLst>
        </pc:picChg>
        <pc:picChg chg="mod">
          <ac:chgData name="N'GUESSAN PAUL-HENRI PAHALIAH" userId="S::paul-henripaha.nguessan01@universitadipavia.it::b6d50366-2136-42ee-a08a-688aee55b4ff" providerId="AD" clId="Web-{103F4E8C-0FEA-350E-253C-4882AE29F6BB}" dt="2025-12-17T21:13:14.855" v="467" actId="1076"/>
          <ac:picMkLst>
            <pc:docMk/>
            <pc:sldMk cId="0" sldId="261"/>
            <ac:picMk id="7" creationId="{46627626-82EE-550F-26AD-A2E54ED251B9}"/>
          </ac:picMkLst>
        </pc:picChg>
      </pc:sldChg>
      <pc:sldChg chg="addSp delSp modSp mod setBg modClrScheme delDesignElem chgLayout">
        <pc:chgData name="N'GUESSAN PAUL-HENRI PAHALIAH" userId="S::paul-henripaha.nguessan01@universitadipavia.it::b6d50366-2136-42ee-a08a-688aee55b4ff" providerId="AD" clId="Web-{103F4E8C-0FEA-350E-253C-4882AE29F6BB}" dt="2025-12-17T21:40:31.811" v="569" actId="20577"/>
        <pc:sldMkLst>
          <pc:docMk/>
          <pc:sldMk cId="0" sldId="262"/>
        </pc:sldMkLst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0" sldId="262"/>
            <ac:spMk id="2" creationId="{00000000-0000-0000-0000-000000000000}"/>
          </ac:spMkLst>
        </pc:spChg>
        <pc:spChg chg="add del mod ord">
          <ac:chgData name="N'GUESSAN PAUL-HENRI PAHALIAH" userId="S::paul-henripaha.nguessan01@universitadipavia.it::b6d50366-2136-42ee-a08a-688aee55b4ff" providerId="AD" clId="Web-{103F4E8C-0FEA-350E-253C-4882AE29F6BB}" dt="2025-12-17T20:29:12.937" v="104"/>
          <ac:spMkLst>
            <pc:docMk/>
            <pc:sldMk cId="0" sldId="262"/>
            <ac:spMk id="3" creationId="{00000000-0000-0000-0000-000000000000}"/>
          </ac:spMkLst>
        </pc:spChg>
        <pc:spChg chg="add mod ord">
          <ac:chgData name="N'GUESSAN PAUL-HENRI PAHALIAH" userId="S::paul-henripaha.nguessan01@universitadipavia.it::b6d50366-2136-42ee-a08a-688aee55b4ff" providerId="AD" clId="Web-{103F4E8C-0FEA-350E-253C-4882AE29F6BB}" dt="2025-12-17T21:40:31.811" v="569" actId="20577"/>
          <ac:spMkLst>
            <pc:docMk/>
            <pc:sldMk cId="0" sldId="262"/>
            <ac:spMk id="73" creationId="{00000000-0000-0000-0000-000000000000}"/>
          </ac:spMkLst>
        </pc:spChg>
        <pc:grpChg chg="add del">
          <ac:chgData name="N'GUESSAN PAUL-HENRI PAHALIAH" userId="S::paul-henripaha.nguessan01@universitadipavia.it::b6d50366-2136-42ee-a08a-688aee55b4ff" providerId="AD" clId="Web-{103F4E8C-0FEA-350E-253C-4882AE29F6BB}" dt="2025-12-17T20:29:02.937" v="97"/>
          <ac:grpSpMkLst>
            <pc:docMk/>
            <pc:sldMk cId="0" sldId="262"/>
            <ac:grpSpMk id="12" creationId="{FB1C6FC3-0FE6-4434-9E4B-EAFBA0A70C1D}"/>
          </ac:grpSpMkLst>
        </pc:grpChg>
        <pc:grpChg chg="add del">
          <ac:chgData name="N'GUESSAN PAUL-HENRI PAHALIAH" userId="S::paul-henripaha.nguessan01@universitadipavia.it::b6d50366-2136-42ee-a08a-688aee55b4ff" providerId="AD" clId="Web-{103F4E8C-0FEA-350E-253C-4882AE29F6BB}" dt="2025-12-17T20:29:31.766" v="110"/>
          <ac:grpSpMkLst>
            <pc:docMk/>
            <pc:sldMk cId="0" sldId="262"/>
            <ac:grpSpMk id="15" creationId="{FB1C6FC3-0FE6-4434-9E4B-EAFBA0A70C1D}"/>
          </ac:grpSpMkLst>
        </pc:grpChg>
        <pc:grpChg chg="add del">
          <ac:chgData name="N'GUESSAN PAUL-HENRI PAHALIAH" userId="S::paul-henripaha.nguessan01@universitadipavia.it::b6d50366-2136-42ee-a08a-688aee55b4ff" providerId="AD" clId="Web-{103F4E8C-0FEA-350E-253C-4882AE29F6BB}" dt="2025-12-17T20:29:02.937" v="97"/>
          <ac:grpSpMkLst>
            <pc:docMk/>
            <pc:sldMk cId="0" sldId="262"/>
            <ac:grpSpMk id="16" creationId="{ACF91339-3F26-4B01-8848-0F6E5575A6E0}"/>
          </ac:grpSpMkLst>
        </pc:grpChg>
        <pc:grpChg chg="add del">
          <ac:chgData name="N'GUESSAN PAUL-HENRI PAHALIAH" userId="S::paul-henripaha.nguessan01@universitadipavia.it::b6d50366-2136-42ee-a08a-688aee55b4ff" providerId="AD" clId="Web-{103F4E8C-0FEA-350E-253C-4882AE29F6BB}" dt="2025-12-17T20:29:31.766" v="110"/>
          <ac:grpSpMkLst>
            <pc:docMk/>
            <pc:sldMk cId="0" sldId="262"/>
            <ac:grpSpMk id="71" creationId="{ACF91339-3F26-4B01-8848-0F6E5575A6E0}"/>
          </ac:grpSpMkLst>
        </pc:grpChg>
        <pc:grpChg chg="add del">
          <ac:chgData name="N'GUESSAN PAUL-HENRI PAHALIAH" userId="S::paul-henripaha.nguessan01@universitadipavia.it::b6d50366-2136-42ee-a08a-688aee55b4ff" providerId="AD" clId="Web-{103F4E8C-0FEA-350E-253C-4882AE29F6BB}" dt="2025-12-17T20:37:01.221" v="153"/>
          <ac:grpSpMkLst>
            <pc:docMk/>
            <pc:sldMk cId="0" sldId="262"/>
            <ac:grpSpMk id="81" creationId="{FB1C6FC3-0FE6-4434-9E4B-EAFBA0A70C1D}"/>
          </ac:grpSpMkLst>
        </pc:grpChg>
        <pc:grpChg chg="add del">
          <ac:chgData name="N'GUESSAN PAUL-HENRI PAHALIAH" userId="S::paul-henripaha.nguessan01@universitadipavia.it::b6d50366-2136-42ee-a08a-688aee55b4ff" providerId="AD" clId="Web-{103F4E8C-0FEA-350E-253C-4882AE29F6BB}" dt="2025-12-17T20:37:01.221" v="153"/>
          <ac:grpSpMkLst>
            <pc:docMk/>
            <pc:sldMk cId="0" sldId="262"/>
            <ac:grpSpMk id="85" creationId="{ACF91339-3F26-4B01-8848-0F6E5575A6E0}"/>
          </ac:grpSpMkLst>
        </pc:grpChg>
        <pc:graphicFrameChg chg="add del">
          <ac:chgData name="N'GUESSAN PAUL-HENRI PAHALIAH" userId="S::paul-henripaha.nguessan01@universitadipavia.it::b6d50366-2136-42ee-a08a-688aee55b4ff" providerId="AD" clId="Web-{103F4E8C-0FEA-350E-253C-4882AE29F6BB}" dt="2025-12-17T20:29:09.109" v="101"/>
          <ac:graphicFrameMkLst>
            <pc:docMk/>
            <pc:sldMk cId="0" sldId="262"/>
            <ac:graphicFrameMk id="9" creationId="{D2E2B2BA-349F-84C9-EA8C-C142D72419DD}"/>
          </ac:graphicFrameMkLst>
        </pc:graphicFrameChg>
        <pc:graphicFrameChg chg="add del">
          <ac:chgData name="N'GUESSAN PAUL-HENRI PAHALIAH" userId="S::paul-henripaha.nguessan01@universitadipavia.it::b6d50366-2136-42ee-a08a-688aee55b4ff" providerId="AD" clId="Web-{103F4E8C-0FEA-350E-253C-4882AE29F6BB}" dt="2025-12-17T20:29:12.906" v="103"/>
          <ac:graphicFrameMkLst>
            <pc:docMk/>
            <pc:sldMk cId="0" sldId="262"/>
            <ac:graphicFrameMk id="11" creationId="{8B408623-6893-284B-0BBE-222ACFE906D5}"/>
          </ac:graphicFrameMkLst>
        </pc:graphicFrameChg>
        <pc:picChg chg="mod ord">
          <ac:chgData name="N'GUESSAN PAUL-HENRI PAHALIAH" userId="S::paul-henripaha.nguessan01@universitadipavia.it::b6d50366-2136-42ee-a08a-688aee55b4ff" providerId="AD" clId="Web-{103F4E8C-0FEA-350E-253C-4882AE29F6BB}" dt="2025-12-17T21:13:26.152" v="470" actId="1076"/>
          <ac:picMkLst>
            <pc:docMk/>
            <pc:sldMk cId="0" sldId="262"/>
            <ac:picMk id="5" creationId="{037F57D5-4186-65E3-91C0-00897B4EA5C9}"/>
          </ac:picMkLst>
        </pc:picChg>
        <pc:picChg chg="mod ord">
          <ac:chgData name="N'GUESSAN PAUL-HENRI PAHALIAH" userId="S::paul-henripaha.nguessan01@universitadipavia.it::b6d50366-2136-42ee-a08a-688aee55b4ff" providerId="AD" clId="Web-{103F4E8C-0FEA-350E-253C-4882AE29F6BB}" dt="2025-12-17T21:13:34.136" v="471" actId="14100"/>
          <ac:picMkLst>
            <pc:docMk/>
            <pc:sldMk cId="0" sldId="262"/>
            <ac:picMk id="7" creationId="{C5CF6AAB-BC6C-5F3F-57DE-7A953AF6BC82}"/>
          </ac:picMkLst>
        </pc:picChg>
        <pc:picChg chg="add mod">
          <ac:chgData name="N'GUESSAN PAUL-HENRI PAHALIAH" userId="S::paul-henripaha.nguessan01@universitadipavia.it::b6d50366-2136-42ee-a08a-688aee55b4ff" providerId="AD" clId="Web-{103F4E8C-0FEA-350E-253C-4882AE29F6BB}" dt="2025-12-17T21:14:29.184" v="475"/>
          <ac:picMkLst>
            <pc:docMk/>
            <pc:sldMk cId="0" sldId="262"/>
            <ac:picMk id="78" creationId="{71DBE878-DE80-EFC6-156A-62CB88B6E040}"/>
          </ac:picMkLst>
        </pc:picChg>
        <pc:cxnChg chg="add del">
          <ac:chgData name="N'GUESSAN PAUL-HENRI PAHALIAH" userId="S::paul-henripaha.nguessan01@universitadipavia.it::b6d50366-2136-42ee-a08a-688aee55b4ff" providerId="AD" clId="Web-{103F4E8C-0FEA-350E-253C-4882AE29F6BB}" dt="2025-12-17T20:29:02.937" v="97"/>
          <ac:cxnSpMkLst>
            <pc:docMk/>
            <pc:sldMk cId="0" sldId="262"/>
            <ac:cxnSpMk id="72" creationId="{79CECD47-BAAC-4DB7-9799-B92EA5BDB5C4}"/>
          </ac:cxnSpMkLst>
        </pc:cxnChg>
        <pc:cxnChg chg="add del">
          <ac:chgData name="N'GUESSAN PAUL-HENRI PAHALIAH" userId="S::paul-henripaha.nguessan01@universitadipavia.it::b6d50366-2136-42ee-a08a-688aee55b4ff" providerId="AD" clId="Web-{103F4E8C-0FEA-350E-253C-4882AE29F6BB}" dt="2025-12-17T20:29:02.937" v="97"/>
          <ac:cxnSpMkLst>
            <pc:docMk/>
            <pc:sldMk cId="0" sldId="262"/>
            <ac:cxnSpMk id="74" creationId="{42B5FFEC-000D-4A6E-A8E7-0549AD40B59A}"/>
          </ac:cxnSpMkLst>
        </pc:cxnChg>
        <pc:cxnChg chg="add del">
          <ac:chgData name="N'GUESSAN PAUL-HENRI PAHALIAH" userId="S::paul-henripaha.nguessan01@universitadipavia.it::b6d50366-2136-42ee-a08a-688aee55b4ff" providerId="AD" clId="Web-{103F4E8C-0FEA-350E-253C-4882AE29F6BB}" dt="2025-12-17T20:29:31.766" v="110"/>
          <ac:cxnSpMkLst>
            <pc:docMk/>
            <pc:sldMk cId="0" sldId="262"/>
            <ac:cxnSpMk id="75" creationId="{79CECD47-BAAC-4DB7-9799-B92EA5BDB5C4}"/>
          </ac:cxnSpMkLst>
        </pc:cxnChg>
        <pc:cxnChg chg="add del">
          <ac:chgData name="N'GUESSAN PAUL-HENRI PAHALIAH" userId="S::paul-henripaha.nguessan01@universitadipavia.it::b6d50366-2136-42ee-a08a-688aee55b4ff" providerId="AD" clId="Web-{103F4E8C-0FEA-350E-253C-4882AE29F6BB}" dt="2025-12-17T20:29:31.766" v="110"/>
          <ac:cxnSpMkLst>
            <pc:docMk/>
            <pc:sldMk cId="0" sldId="262"/>
            <ac:cxnSpMk id="76" creationId="{42B5FFEC-000D-4A6E-A8E7-0549AD40B59A}"/>
          </ac:cxnSpMkLst>
        </pc:cxnChg>
        <pc:cxnChg chg="add del">
          <ac:chgData name="N'GUESSAN PAUL-HENRI PAHALIAH" userId="S::paul-henripaha.nguessan01@universitadipavia.it::b6d50366-2136-42ee-a08a-688aee55b4ff" providerId="AD" clId="Web-{103F4E8C-0FEA-350E-253C-4882AE29F6BB}" dt="2025-12-17T20:37:01.221" v="153"/>
          <ac:cxnSpMkLst>
            <pc:docMk/>
            <pc:sldMk cId="0" sldId="262"/>
            <ac:cxnSpMk id="141" creationId="{79CECD47-BAAC-4DB7-9799-B92EA5BDB5C4}"/>
          </ac:cxnSpMkLst>
        </pc:cxnChg>
        <pc:cxnChg chg="add del">
          <ac:chgData name="N'GUESSAN PAUL-HENRI PAHALIAH" userId="S::paul-henripaha.nguessan01@universitadipavia.it::b6d50366-2136-42ee-a08a-688aee55b4ff" providerId="AD" clId="Web-{103F4E8C-0FEA-350E-253C-4882AE29F6BB}" dt="2025-12-17T20:37:01.221" v="153"/>
          <ac:cxnSpMkLst>
            <pc:docMk/>
            <pc:sldMk cId="0" sldId="262"/>
            <ac:cxnSpMk id="143" creationId="{42B5FFEC-000D-4A6E-A8E7-0549AD40B59A}"/>
          </ac:cxnSpMkLst>
        </pc:cxnChg>
      </pc:sldChg>
      <pc:sldChg chg="addSp delSp modSp mod setBg modClrScheme setClrOvrMap chgLayout">
        <pc:chgData name="N'GUESSAN PAUL-HENRI PAHALIAH" userId="S::paul-henripaha.nguessan01@universitadipavia.it::b6d50366-2136-42ee-a08a-688aee55b4ff" providerId="AD" clId="Web-{103F4E8C-0FEA-350E-253C-4882AE29F6BB}" dt="2025-12-17T21:40:08.405" v="541" actId="20577"/>
        <pc:sldMkLst>
          <pc:docMk/>
          <pc:sldMk cId="0" sldId="263"/>
        </pc:sldMkLst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0" sldId="263"/>
            <ac:spMk id="2" creationId="{00000000-0000-0000-0000-000000000000}"/>
          </ac:spMkLst>
        </pc:spChg>
        <pc:spChg chg="mod ord">
          <ac:chgData name="N'GUESSAN PAUL-HENRI PAHALIAH" userId="S::paul-henripaha.nguessan01@universitadipavia.it::b6d50366-2136-42ee-a08a-688aee55b4ff" providerId="AD" clId="Web-{103F4E8C-0FEA-350E-253C-4882AE29F6BB}" dt="2025-12-17T21:40:08.405" v="541" actId="20577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N'GUESSAN PAUL-HENRI PAHALIAH" userId="S::paul-henripaha.nguessan01@universitadipavia.it::b6d50366-2136-42ee-a08a-688aee55b4ff" providerId="AD" clId="Web-{103F4E8C-0FEA-350E-253C-4882AE29F6BB}" dt="2025-12-17T20:35:39.438" v="127"/>
          <ac:spMkLst>
            <pc:docMk/>
            <pc:sldMk cId="0" sldId="263"/>
            <ac:spMk id="9" creationId="{3CBA50DB-DBC7-4B6E-B3C1-8FF1EA519791}"/>
          </ac:spMkLst>
        </pc:spChg>
        <pc:spChg chg="add del">
          <ac:chgData name="N'GUESSAN PAUL-HENRI PAHALIAH" userId="S::paul-henripaha.nguessan01@universitadipavia.it::b6d50366-2136-42ee-a08a-688aee55b4ff" providerId="AD" clId="Web-{103F4E8C-0FEA-350E-253C-4882AE29F6BB}" dt="2025-12-17T20:35:54.969" v="131"/>
          <ac:spMkLst>
            <pc:docMk/>
            <pc:sldMk cId="0" sldId="263"/>
            <ac:spMk id="13" creationId="{B773AB25-A422-41AA-9737-5E04C1966DE1}"/>
          </ac:spMkLst>
        </pc:spChg>
        <pc:spChg chg="add del">
          <ac:chgData name="N'GUESSAN PAUL-HENRI PAHALIAH" userId="S::paul-henripaha.nguessan01@universitadipavia.it::b6d50366-2136-42ee-a08a-688aee55b4ff" providerId="AD" clId="Web-{103F4E8C-0FEA-350E-253C-4882AE29F6BB}" dt="2025-12-17T20:35:39.438" v="127"/>
          <ac:spMkLst>
            <pc:docMk/>
            <pc:sldMk cId="0" sldId="263"/>
            <ac:spMk id="54" creationId="{A1351C6B-7343-451F-AB4A-1CE294A4E927}"/>
          </ac:spMkLst>
        </pc:spChg>
        <pc:spChg chg="add del">
          <ac:chgData name="N'GUESSAN PAUL-HENRI PAHALIAH" userId="S::paul-henripaha.nguessan01@universitadipavia.it::b6d50366-2136-42ee-a08a-688aee55b4ff" providerId="AD" clId="Web-{103F4E8C-0FEA-350E-253C-4882AE29F6BB}" dt="2025-12-17T20:35:43.266" v="129"/>
          <ac:spMkLst>
            <pc:docMk/>
            <pc:sldMk cId="0" sldId="263"/>
            <ac:spMk id="56" creationId="{9775AF3B-5284-4B97-9BB7-55C6FB3699C2}"/>
          </ac:spMkLst>
        </pc:spChg>
        <pc:spChg chg="add del">
          <ac:chgData name="N'GUESSAN PAUL-HENRI PAHALIAH" userId="S::paul-henripaha.nguessan01@universitadipavia.it::b6d50366-2136-42ee-a08a-688aee55b4ff" providerId="AD" clId="Web-{103F4E8C-0FEA-350E-253C-4882AE29F6BB}" dt="2025-12-17T20:35:43.266" v="129"/>
          <ac:spMkLst>
            <pc:docMk/>
            <pc:sldMk cId="0" sldId="263"/>
            <ac:spMk id="59" creationId="{66D4F5BA-1D71-49B2-8A7F-6B4EB94D7265}"/>
          </ac:spMkLst>
        </pc:spChg>
        <pc:spChg chg="add del">
          <ac:chgData name="N'GUESSAN PAUL-HENRI PAHALIAH" userId="S::paul-henripaha.nguessan01@universitadipavia.it::b6d50366-2136-42ee-a08a-688aee55b4ff" providerId="AD" clId="Web-{103F4E8C-0FEA-350E-253C-4882AE29F6BB}" dt="2025-12-17T20:35:54.969" v="131"/>
          <ac:spMkLst>
            <pc:docMk/>
            <pc:sldMk cId="0" sldId="263"/>
            <ac:spMk id="61" creationId="{6697F791-5FFA-4164-899F-EB52EA72B024}"/>
          </ac:spMkLst>
        </pc:spChg>
        <pc:grpChg chg="add del">
          <ac:chgData name="N'GUESSAN PAUL-HENRI PAHALIAH" userId="S::paul-henripaha.nguessan01@universitadipavia.it::b6d50366-2136-42ee-a08a-688aee55b4ff" providerId="AD" clId="Web-{103F4E8C-0FEA-350E-253C-4882AE29F6BB}" dt="2025-12-17T20:35:39.438" v="127"/>
          <ac:grpSpMkLst>
            <pc:docMk/>
            <pc:sldMk cId="0" sldId="263"/>
            <ac:grpSpMk id="11" creationId="{1DED8FB6-AF8D-4D98-913D-E6486FEC1021}"/>
          </ac:grpSpMkLst>
        </pc:grpChg>
        <pc:grpChg chg="add del">
          <ac:chgData name="N'GUESSAN PAUL-HENRI PAHALIAH" userId="S::paul-henripaha.nguessan01@universitadipavia.it::b6d50366-2136-42ee-a08a-688aee55b4ff" providerId="AD" clId="Web-{103F4E8C-0FEA-350E-253C-4882AE29F6BB}" dt="2025-12-17T20:35:54.969" v="131"/>
          <ac:grpSpMkLst>
            <pc:docMk/>
            <pc:sldMk cId="0" sldId="263"/>
            <ac:grpSpMk id="17" creationId="{6AD0D387-1584-4477-B5F8-52B50D4F2205}"/>
          </ac:grpSpMkLst>
        </pc:grpChg>
        <pc:grpChg chg="add del">
          <ac:chgData name="N'GUESSAN PAUL-HENRI PAHALIAH" userId="S::paul-henripaha.nguessan01@universitadipavia.it::b6d50366-2136-42ee-a08a-688aee55b4ff" providerId="AD" clId="Web-{103F4E8C-0FEA-350E-253C-4882AE29F6BB}" dt="2025-12-17T20:35:43.266" v="129"/>
          <ac:grpSpMkLst>
            <pc:docMk/>
            <pc:sldMk cId="0" sldId="263"/>
            <ac:grpSpMk id="57" creationId="{A0F1F7ED-DA39-478F-85DA-317DE08941E8}"/>
          </ac:grpSpMkLst>
        </pc:grpChg>
        <pc:picChg chg="add mod">
          <ac:chgData name="N'GUESSAN PAUL-HENRI PAHALIAH" userId="S::paul-henripaha.nguessan01@universitadipavia.it::b6d50366-2136-42ee-a08a-688aee55b4ff" providerId="AD" clId="Web-{103F4E8C-0FEA-350E-253C-4882AE29F6BB}" dt="2025-12-17T20:46:39.929" v="193"/>
          <ac:picMkLst>
            <pc:docMk/>
            <pc:sldMk cId="0" sldId="263"/>
            <ac:picMk id="4" creationId="{56912231-36FD-44AD-993D-072944C4BEB0}"/>
          </ac:picMkLst>
        </pc:picChg>
        <pc:picChg chg="add">
          <ac:chgData name="N'GUESSAN PAUL-HENRI PAHALIAH" userId="S::paul-henripaha.nguessan01@universitadipavia.it::b6d50366-2136-42ee-a08a-688aee55b4ff" providerId="AD" clId="Web-{103F4E8C-0FEA-350E-253C-4882AE29F6BB}" dt="2025-12-17T21:16:07.951" v="482"/>
          <ac:picMkLst>
            <pc:docMk/>
            <pc:sldMk cId="0" sldId="263"/>
            <ac:picMk id="6" creationId="{9D866A8D-7DA0-E909-FEB3-C9816A046AB9}"/>
          </ac:picMkLst>
        </pc:picChg>
        <pc:picChg chg="add del">
          <ac:chgData name="N'GUESSAN PAUL-HENRI PAHALIAH" userId="S::paul-henripaha.nguessan01@universitadipavia.it::b6d50366-2136-42ee-a08a-688aee55b4ff" providerId="AD" clId="Web-{103F4E8C-0FEA-350E-253C-4882AE29F6BB}" dt="2025-12-17T20:35:54.969" v="131"/>
          <ac:picMkLst>
            <pc:docMk/>
            <pc:sldMk cId="0" sldId="263"/>
            <ac:picMk id="15" creationId="{AF0552B8-DE8C-40DF-B29F-1728E6A10619}"/>
          </ac:picMkLst>
        </pc:picChg>
        <pc:picChg chg="add del">
          <ac:chgData name="N'GUESSAN PAUL-HENRI PAHALIAH" userId="S::paul-henripaha.nguessan01@universitadipavia.it::b6d50366-2136-42ee-a08a-688aee55b4ff" providerId="AD" clId="Web-{103F4E8C-0FEA-350E-253C-4882AE29F6BB}" dt="2025-12-17T20:35:39.438" v="127"/>
          <ac:picMkLst>
            <pc:docMk/>
            <pc:sldMk cId="0" sldId="263"/>
            <ac:picMk id="52" creationId="{5B3DE270-418F-47A7-B311-C4D876041DC6}"/>
          </ac:picMkLst>
        </pc:picChg>
        <pc:picChg chg="add del">
          <ac:chgData name="N'GUESSAN PAUL-HENRI PAHALIAH" userId="S::paul-henripaha.nguessan01@universitadipavia.it::b6d50366-2136-42ee-a08a-688aee55b4ff" providerId="AD" clId="Web-{103F4E8C-0FEA-350E-253C-4882AE29F6BB}" dt="2025-12-17T20:35:43.266" v="129"/>
          <ac:picMkLst>
            <pc:docMk/>
            <pc:sldMk cId="0" sldId="263"/>
            <ac:picMk id="58" creationId="{1B17CCE2-CEEF-40CA-8C4D-0DC2DCA78A23}"/>
          </ac:picMkLst>
        </pc:picChg>
        <pc:picChg chg="add del">
          <ac:chgData name="N'GUESSAN PAUL-HENRI PAHALIAH" userId="S::paul-henripaha.nguessan01@universitadipavia.it::b6d50366-2136-42ee-a08a-688aee55b4ff" providerId="AD" clId="Web-{103F4E8C-0FEA-350E-253C-4882AE29F6BB}" dt="2025-12-17T20:35:54.969" v="131"/>
          <ac:picMkLst>
            <pc:docMk/>
            <pc:sldMk cId="0" sldId="263"/>
            <ac:picMk id="62" creationId="{4E28A1A9-FB81-4816-AAEA-C3B430946951}"/>
          </ac:picMkLst>
        </pc:picChg>
      </pc:sldChg>
      <pc:sldChg chg="addSp delSp modSp mod setBg modClrScheme delDesignElem chgLayout">
        <pc:chgData name="N'GUESSAN PAUL-HENRI PAHALIAH" userId="S::paul-henripaha.nguessan01@universitadipavia.it::b6d50366-2136-42ee-a08a-688aee55b4ff" providerId="AD" clId="Web-{103F4E8C-0FEA-350E-253C-4882AE29F6BB}" dt="2025-12-17T21:39:58.640" v="540" actId="1076"/>
        <pc:sldMkLst>
          <pc:docMk/>
          <pc:sldMk cId="0" sldId="264"/>
        </pc:sldMkLst>
        <pc:spChg chg="mod ord">
          <ac:chgData name="N'GUESSAN PAUL-HENRI PAHALIAH" userId="S::paul-henripaha.nguessan01@universitadipavia.it::b6d50366-2136-42ee-a08a-688aee55b4ff" providerId="AD" clId="Web-{103F4E8C-0FEA-350E-253C-4882AE29F6BB}" dt="2025-12-17T21:39:58.640" v="540" actId="1076"/>
          <ac:spMkLst>
            <pc:docMk/>
            <pc:sldMk cId="0" sldId="264"/>
            <ac:spMk id="2" creationId="{00000000-0000-0000-0000-000000000000}"/>
          </ac:spMkLst>
        </pc:spChg>
        <pc:spChg chg="mod ord">
          <ac:chgData name="N'GUESSAN PAUL-HENRI PAHALIAH" userId="S::paul-henripaha.nguessan01@universitadipavia.it::b6d50366-2136-42ee-a08a-688aee55b4ff" providerId="AD" clId="Web-{103F4E8C-0FEA-350E-253C-4882AE29F6BB}" dt="2025-12-17T21:39:52.858" v="539" actId="1076"/>
          <ac:spMkLst>
            <pc:docMk/>
            <pc:sldMk cId="0" sldId="264"/>
            <ac:spMk id="3" creationId="{00000000-0000-0000-0000-000000000000}"/>
          </ac:spMkLst>
        </pc:spChg>
        <pc:spChg chg="add del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0" sldId="264"/>
            <ac:spMk id="5" creationId="{50E53EDA-3B94-4F6B-9E86-D3BB9EBB9616}"/>
          </ac:spMkLst>
        </pc:spChg>
        <pc:spChg chg="add del">
          <ac:chgData name="N'GUESSAN PAUL-HENRI PAHALIAH" userId="S::paul-henripaha.nguessan01@universitadipavia.it::b6d50366-2136-42ee-a08a-688aee55b4ff" providerId="AD" clId="Web-{103F4E8C-0FEA-350E-253C-4882AE29F6BB}" dt="2025-12-17T20:37:01.221" v="153"/>
          <ac:spMkLst>
            <pc:docMk/>
            <pc:sldMk cId="0" sldId="264"/>
            <ac:spMk id="8" creationId="{6BFC9644-673A-459F-B3C5-9310A4E50E3B}"/>
          </ac:spMkLst>
        </pc:spChg>
        <pc:spChg chg="add del">
          <ac:chgData name="N'GUESSAN PAUL-HENRI PAHALIAH" userId="S::paul-henripaha.nguessan01@universitadipavia.it::b6d50366-2136-42ee-a08a-688aee55b4ff" providerId="AD" clId="Web-{103F4E8C-0FEA-350E-253C-4882AE29F6BB}" dt="2025-12-17T20:37:01.221" v="153"/>
          <ac:spMkLst>
            <pc:docMk/>
            <pc:sldMk cId="0" sldId="264"/>
            <ac:spMk id="39" creationId="{7D1C411D-0818-4640-8657-2AF78250C802}"/>
          </ac:spMkLst>
        </pc:spChg>
        <pc:grpChg chg="add del">
          <ac:chgData name="N'GUESSAN PAUL-HENRI PAHALIAH" userId="S::paul-henripaha.nguessan01@universitadipavia.it::b6d50366-2136-42ee-a08a-688aee55b4ff" providerId="AD" clId="Web-{103F4E8C-0FEA-350E-253C-4882AE29F6BB}" dt="2025-12-17T20:37:01.221" v="153"/>
          <ac:grpSpMkLst>
            <pc:docMk/>
            <pc:sldMk cId="0" sldId="264"/>
            <ac:grpSpMk id="10" creationId="{4ADB9295-9645-4BF2-ADFD-75800B7FAD06}"/>
          </ac:grpSpMkLst>
        </pc:grpChg>
        <pc:picChg chg="add">
          <ac:chgData name="N'GUESSAN PAUL-HENRI PAHALIAH" userId="S::paul-henripaha.nguessan01@universitadipavia.it::b6d50366-2136-42ee-a08a-688aee55b4ff" providerId="AD" clId="Web-{103F4E8C-0FEA-350E-253C-4882AE29F6BB}" dt="2025-12-17T21:16:16.420" v="483"/>
          <ac:picMkLst>
            <pc:docMk/>
            <pc:sldMk cId="0" sldId="264"/>
            <ac:picMk id="7" creationId="{B960A559-D2AD-ADEF-CD8B-F7144B089CF5}"/>
          </ac:picMkLst>
        </pc:picChg>
        <pc:cxnChg chg="add del">
          <ac:chgData name="N'GUESSAN PAUL-HENRI PAHALIAH" userId="S::paul-henripaha.nguessan01@universitadipavia.it::b6d50366-2136-42ee-a08a-688aee55b4ff" providerId="AD" clId="Web-{103F4E8C-0FEA-350E-253C-4882AE29F6BB}" dt="2025-12-17T21:06:39.050" v="443"/>
          <ac:cxnSpMkLst>
            <pc:docMk/>
            <pc:sldMk cId="0" sldId="264"/>
            <ac:cxnSpMk id="6" creationId="{30EFD79F-7790-479B-B7DB-BD0D8C101DDD}"/>
          </ac:cxnSpMkLst>
        </pc:cxnChg>
      </pc:sldChg>
      <pc:sldChg chg="addSp delSp modSp mod setBg modClrScheme delDesignElem chgLayout">
        <pc:chgData name="N'GUESSAN PAUL-HENRI PAHALIAH" userId="S::paul-henripaha.nguessan01@universitadipavia.it::b6d50366-2136-42ee-a08a-688aee55b4ff" providerId="AD" clId="Web-{103F4E8C-0FEA-350E-253C-4882AE29F6BB}" dt="2025-12-17T21:16:38.560" v="488"/>
        <pc:sldMkLst>
          <pc:docMk/>
          <pc:sldMk cId="0" sldId="265"/>
        </pc:sldMkLst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0" sldId="265"/>
            <ac:spMk id="2" creationId="{00000000-0000-0000-0000-000000000000}"/>
          </ac:spMkLst>
        </pc:spChg>
        <pc:spChg chg="mod ord">
          <ac:chgData name="N'GUESSAN PAUL-HENRI PAHALIAH" userId="S::paul-henripaha.nguessan01@universitadipavia.it::b6d50366-2136-42ee-a08a-688aee55b4ff" providerId="AD" clId="Web-{103F4E8C-0FEA-350E-253C-4882AE29F6BB}" dt="2025-12-17T21:16:34.357" v="487" actId="20577"/>
          <ac:spMkLst>
            <pc:docMk/>
            <pc:sldMk cId="0" sldId="265"/>
            <ac:spMk id="3" creationId="{00000000-0000-0000-0000-000000000000}"/>
          </ac:spMkLst>
        </pc:spChg>
        <pc:spChg chg="add del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0" sldId="265"/>
            <ac:spMk id="8" creationId="{50E53EDA-3B94-4F6B-9E86-D3BB9EBB9616}"/>
          </ac:spMkLst>
        </pc:spChg>
        <pc:picChg chg="add">
          <ac:chgData name="N'GUESSAN PAUL-HENRI PAHALIAH" userId="S::paul-henripaha.nguessan01@universitadipavia.it::b6d50366-2136-42ee-a08a-688aee55b4ff" providerId="AD" clId="Web-{103F4E8C-0FEA-350E-253C-4882AE29F6BB}" dt="2025-12-17T21:16:38.560" v="488"/>
          <ac:picMkLst>
            <pc:docMk/>
            <pc:sldMk cId="0" sldId="265"/>
            <ac:picMk id="5" creationId="{15471271-FBDF-FD16-6ED6-8FDCFAD7869C}"/>
          </ac:picMkLst>
        </pc:picChg>
        <pc:cxnChg chg="add del">
          <ac:chgData name="N'GUESSAN PAUL-HENRI PAHALIAH" userId="S::paul-henripaha.nguessan01@universitadipavia.it::b6d50366-2136-42ee-a08a-688aee55b4ff" providerId="AD" clId="Web-{103F4E8C-0FEA-350E-253C-4882AE29F6BB}" dt="2025-12-17T21:06:39.050" v="443"/>
          <ac:cxnSpMkLst>
            <pc:docMk/>
            <pc:sldMk cId="0" sldId="265"/>
            <ac:cxnSpMk id="10" creationId="{30EFD79F-7790-479B-B7DB-BD0D8C101DDD}"/>
          </ac:cxnSpMkLst>
        </pc:cxnChg>
      </pc:sldChg>
      <pc:sldChg chg="addSp delSp modSp mod setBg modClrScheme chgLayout">
        <pc:chgData name="N'GUESSAN PAUL-HENRI PAHALIAH" userId="S::paul-henripaha.nguessan01@universitadipavia.it::b6d50366-2136-42ee-a08a-688aee55b4ff" providerId="AD" clId="Web-{103F4E8C-0FEA-350E-253C-4882AE29F6BB}" dt="2025-12-17T21:16:46.545" v="490"/>
        <pc:sldMkLst>
          <pc:docMk/>
          <pc:sldMk cId="0" sldId="266"/>
        </pc:sldMkLst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0" sldId="266"/>
            <ac:spMk id="2" creationId="{00000000-0000-0000-0000-000000000000}"/>
          </ac:spMkLst>
        </pc:spChg>
        <pc:spChg chg="del mod ord">
          <ac:chgData name="N'GUESSAN PAUL-HENRI PAHALIAH" userId="S::paul-henripaha.nguessan01@universitadipavia.it::b6d50366-2136-42ee-a08a-688aee55b4ff" providerId="AD" clId="Web-{103F4E8C-0FEA-350E-253C-4882AE29F6BB}" dt="2025-12-17T20:47:10.445" v="197"/>
          <ac:spMkLst>
            <pc:docMk/>
            <pc:sldMk cId="0" sldId="266"/>
            <ac:spMk id="7" creationId="{4CC5D64E-62E4-46B8-223E-2DB58719ED85}"/>
          </ac:spMkLst>
        </pc:spChg>
        <pc:graphicFrameChg chg="mod ord modGraphic">
          <ac:chgData name="N'GUESSAN PAUL-HENRI PAHALIAH" userId="S::paul-henripaha.nguessan01@universitadipavia.it::b6d50366-2136-42ee-a08a-688aee55b4ff" providerId="AD" clId="Web-{103F4E8C-0FEA-350E-253C-4882AE29F6BB}" dt="2025-12-17T21:06:39.050" v="443"/>
          <ac:graphicFrameMkLst>
            <pc:docMk/>
            <pc:sldMk cId="0" sldId="266"/>
            <ac:graphicFrameMk id="5" creationId="{07424614-F6B5-41FD-FDBB-5FB4B99E26C4}"/>
          </ac:graphicFrameMkLst>
        </pc:graphicFrameChg>
        <pc:picChg chg="add mod">
          <ac:chgData name="N'GUESSAN PAUL-HENRI PAHALIAH" userId="S::paul-henripaha.nguessan01@universitadipavia.it::b6d50366-2136-42ee-a08a-688aee55b4ff" providerId="AD" clId="Web-{103F4E8C-0FEA-350E-253C-4882AE29F6BB}" dt="2025-12-17T21:16:42.311" v="489" actId="1076"/>
          <ac:picMkLst>
            <pc:docMk/>
            <pc:sldMk cId="0" sldId="266"/>
            <ac:picMk id="75" creationId="{46CF9634-9C06-FB71-738B-F3668EFB802B}"/>
          </ac:picMkLst>
        </pc:picChg>
        <pc:picChg chg="add">
          <ac:chgData name="N'GUESSAN PAUL-HENRI PAHALIAH" userId="S::paul-henripaha.nguessan01@universitadipavia.it::b6d50366-2136-42ee-a08a-688aee55b4ff" providerId="AD" clId="Web-{103F4E8C-0FEA-350E-253C-4882AE29F6BB}" dt="2025-12-17T21:16:46.545" v="490"/>
          <ac:picMkLst>
            <pc:docMk/>
            <pc:sldMk cId="0" sldId="266"/>
            <ac:picMk id="105" creationId="{416D3EF1-6DE2-EDB8-D792-FC37B5038EB6}"/>
          </ac:picMkLst>
        </pc:picChg>
      </pc:sldChg>
      <pc:sldChg chg="addSp delSp modSp mod setBg modClrScheme delDesignElem chgLayout">
        <pc:chgData name="N'GUESSAN PAUL-HENRI PAHALIAH" userId="S::paul-henripaha.nguessan01@universitadipavia.it::b6d50366-2136-42ee-a08a-688aee55b4ff" providerId="AD" clId="Web-{103F4E8C-0FEA-350E-253C-4882AE29F6BB}" dt="2025-12-17T21:33:38.895" v="530" actId="20577"/>
        <pc:sldMkLst>
          <pc:docMk/>
          <pc:sldMk cId="0" sldId="267"/>
        </pc:sldMkLst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0" sldId="267"/>
            <ac:spMk id="2" creationId="{00000000-0000-0000-0000-000000000000}"/>
          </ac:spMkLst>
        </pc:spChg>
        <pc:spChg chg="del">
          <ac:chgData name="N'GUESSAN PAUL-HENRI PAHALIAH" userId="S::paul-henripaha.nguessan01@universitadipavia.it::b6d50366-2136-42ee-a08a-688aee55b4ff" providerId="AD" clId="Web-{103F4E8C-0FEA-350E-253C-4882AE29F6BB}" dt="2025-12-17T20:37:01.221" v="153"/>
          <ac:spMkLst>
            <pc:docMk/>
            <pc:sldMk cId="0" sldId="267"/>
            <ac:spMk id="10" creationId="{C6270675-9512-4978-8583-36659256EE23}"/>
          </ac:spMkLst>
        </pc:spChg>
        <pc:graphicFrameChg chg="mod ord modGraphic">
          <ac:chgData name="N'GUESSAN PAUL-HENRI PAHALIAH" userId="S::paul-henripaha.nguessan01@universitadipavia.it::b6d50366-2136-42ee-a08a-688aee55b4ff" providerId="AD" clId="Web-{103F4E8C-0FEA-350E-253C-4882AE29F6BB}" dt="2025-12-17T21:33:38.895" v="530" actId="20577"/>
          <ac:graphicFrameMkLst>
            <pc:docMk/>
            <pc:sldMk cId="0" sldId="267"/>
            <ac:graphicFrameMk id="5" creationId="{C5C395EA-46CE-3150-8A55-43FEDC127CD6}"/>
          </ac:graphicFrameMkLst>
        </pc:graphicFrameChg>
        <pc:picChg chg="add">
          <ac:chgData name="N'GUESSAN PAUL-HENRI PAHALIAH" userId="S::paul-henripaha.nguessan01@universitadipavia.it::b6d50366-2136-42ee-a08a-688aee55b4ff" providerId="AD" clId="Web-{103F4E8C-0FEA-350E-253C-4882AE29F6BB}" dt="2025-12-17T21:16:54.609" v="491"/>
          <ac:picMkLst>
            <pc:docMk/>
            <pc:sldMk cId="0" sldId="267"/>
            <ac:picMk id="106" creationId="{9F83BA37-EC60-B2C9-D21D-0E74236A68CD}"/>
          </ac:picMkLst>
        </pc:picChg>
      </pc:sldChg>
      <pc:sldChg chg="addSp modSp mod modClrScheme chgLayout">
        <pc:chgData name="N'GUESSAN PAUL-HENRI PAHALIAH" userId="S::paul-henripaha.nguessan01@universitadipavia.it::b6d50366-2136-42ee-a08a-688aee55b4ff" providerId="AD" clId="Web-{103F4E8C-0FEA-350E-253C-4882AE29F6BB}" dt="2025-12-17T21:33:07.816" v="524"/>
        <pc:sldMkLst>
          <pc:docMk/>
          <pc:sldMk cId="1272927137" sldId="268"/>
        </pc:sldMkLst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1272927137" sldId="268"/>
            <ac:spMk id="2" creationId="{3B26FD08-7FE7-E6B1-C8B8-977310A52A4A}"/>
          </ac:spMkLst>
        </pc:spChg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1272927137" sldId="268"/>
            <ac:spMk id="3" creationId="{290024AC-D7A7-27FA-8F6F-DDBAADF269E1}"/>
          </ac:spMkLst>
        </pc:spChg>
        <pc:graphicFrameChg chg="mod modGraphic">
          <ac:chgData name="N'GUESSAN PAUL-HENRI PAHALIAH" userId="S::paul-henripaha.nguessan01@universitadipavia.it::b6d50366-2136-42ee-a08a-688aee55b4ff" providerId="AD" clId="Web-{103F4E8C-0FEA-350E-253C-4882AE29F6BB}" dt="2025-12-17T21:33:07.816" v="524"/>
          <ac:graphicFrameMkLst>
            <pc:docMk/>
            <pc:sldMk cId="1272927137" sldId="268"/>
            <ac:graphicFrameMk id="14" creationId="{60DFE6CD-0030-A2C2-056A-40856FCFA388}"/>
          </ac:graphicFrameMkLst>
        </pc:graphicFrameChg>
        <pc:picChg chg="add">
          <ac:chgData name="N'GUESSAN PAUL-HENRI PAHALIAH" userId="S::paul-henripaha.nguessan01@universitadipavia.it::b6d50366-2136-42ee-a08a-688aee55b4ff" providerId="AD" clId="Web-{103F4E8C-0FEA-350E-253C-4882AE29F6BB}" dt="2025-12-17T21:15:38.997" v="478"/>
          <ac:picMkLst>
            <pc:docMk/>
            <pc:sldMk cId="1272927137" sldId="268"/>
            <ac:picMk id="5" creationId="{74486552-306E-3738-55B0-250D5316FCAC}"/>
          </ac:picMkLst>
        </pc:picChg>
        <pc:picChg chg="mod">
          <ac:chgData name="N'GUESSAN PAUL-HENRI PAHALIAH" userId="S::paul-henripaha.nguessan01@universitadipavia.it::b6d50366-2136-42ee-a08a-688aee55b4ff" providerId="AD" clId="Web-{103F4E8C-0FEA-350E-253C-4882AE29F6BB}" dt="2025-12-17T20:53:09.236" v="259" actId="1076"/>
          <ac:picMkLst>
            <pc:docMk/>
            <pc:sldMk cId="1272927137" sldId="268"/>
            <ac:picMk id="6" creationId="{63F58DC3-34FA-6ADA-1872-BD55661F12B3}"/>
          </ac:picMkLst>
        </pc:picChg>
        <pc:picChg chg="mod">
          <ac:chgData name="N'GUESSAN PAUL-HENRI PAHALIAH" userId="S::paul-henripaha.nguessan01@universitadipavia.it::b6d50366-2136-42ee-a08a-688aee55b4ff" providerId="AD" clId="Web-{103F4E8C-0FEA-350E-253C-4882AE29F6BB}" dt="2025-12-17T20:53:13.814" v="261" actId="1076"/>
          <ac:picMkLst>
            <pc:docMk/>
            <pc:sldMk cId="1272927137" sldId="268"/>
            <ac:picMk id="13" creationId="{6DACF889-17A1-B99F-302F-90DDD2277FE1}"/>
          </ac:picMkLst>
        </pc:picChg>
      </pc:sldChg>
      <pc:sldChg chg="addSp modSp mod modClrScheme chgLayout">
        <pc:chgData name="N'GUESSAN PAUL-HENRI PAHALIAH" userId="S::paul-henripaha.nguessan01@universitadipavia.it::b6d50366-2136-42ee-a08a-688aee55b4ff" providerId="AD" clId="Web-{103F4E8C-0FEA-350E-253C-4882AE29F6BB}" dt="2025-12-17T21:33:12.582" v="526"/>
        <pc:sldMkLst>
          <pc:docMk/>
          <pc:sldMk cId="3746842486" sldId="270"/>
        </pc:sldMkLst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3746842486" sldId="270"/>
            <ac:spMk id="2" creationId="{302172DA-F9D6-6B80-3D46-1FE6C282FFF4}"/>
          </ac:spMkLst>
        </pc:spChg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3746842486" sldId="270"/>
            <ac:spMk id="3" creationId="{6B6FEC4B-0B8F-3F20-B30C-2895335C411B}"/>
          </ac:spMkLst>
        </pc:spChg>
        <pc:graphicFrameChg chg="mod modGraphic">
          <ac:chgData name="N'GUESSAN PAUL-HENRI PAHALIAH" userId="S::paul-henripaha.nguessan01@universitadipavia.it::b6d50366-2136-42ee-a08a-688aee55b4ff" providerId="AD" clId="Web-{103F4E8C-0FEA-350E-253C-4882AE29F6BB}" dt="2025-12-17T21:33:12.582" v="526"/>
          <ac:graphicFrameMkLst>
            <pc:docMk/>
            <pc:sldMk cId="3746842486" sldId="270"/>
            <ac:graphicFrameMk id="14" creationId="{D932C52F-F9AF-C59D-7C5D-76A000085C02}"/>
          </ac:graphicFrameMkLst>
        </pc:graphicFrameChg>
        <pc:picChg chg="add">
          <ac:chgData name="N'GUESSAN PAUL-HENRI PAHALIAH" userId="S::paul-henripaha.nguessan01@universitadipavia.it::b6d50366-2136-42ee-a08a-688aee55b4ff" providerId="AD" clId="Web-{103F4E8C-0FEA-350E-253C-4882AE29F6BB}" dt="2025-12-17T21:15:45.419" v="479"/>
          <ac:picMkLst>
            <pc:docMk/>
            <pc:sldMk cId="3746842486" sldId="270"/>
            <ac:picMk id="5" creationId="{75AE5763-27D6-D40F-D395-EC066B2A231B}"/>
          </ac:picMkLst>
        </pc:picChg>
        <pc:picChg chg="mod">
          <ac:chgData name="N'GUESSAN PAUL-HENRI PAHALIAH" userId="S::paul-henripaha.nguessan01@universitadipavia.it::b6d50366-2136-42ee-a08a-688aee55b4ff" providerId="AD" clId="Web-{103F4E8C-0FEA-350E-253C-4882AE29F6BB}" dt="2025-12-17T20:52:51.720" v="255" actId="1076"/>
          <ac:picMkLst>
            <pc:docMk/>
            <pc:sldMk cId="3746842486" sldId="270"/>
            <ac:picMk id="15" creationId="{77FE8EB2-C8FE-6895-5C97-C3B6EF353CD7}"/>
          </ac:picMkLst>
        </pc:picChg>
        <pc:picChg chg="mod">
          <ac:chgData name="N'GUESSAN PAUL-HENRI PAHALIAH" userId="S::paul-henripaha.nguessan01@universitadipavia.it::b6d50366-2136-42ee-a08a-688aee55b4ff" providerId="AD" clId="Web-{103F4E8C-0FEA-350E-253C-4882AE29F6BB}" dt="2025-12-17T20:53:00.267" v="257" actId="1076"/>
          <ac:picMkLst>
            <pc:docMk/>
            <pc:sldMk cId="3746842486" sldId="270"/>
            <ac:picMk id="17" creationId="{129998D9-3515-982C-2189-70236C251563}"/>
          </ac:picMkLst>
        </pc:picChg>
      </pc:sldChg>
      <pc:sldChg chg="addSp modSp mod modClrScheme chgLayout">
        <pc:chgData name="N'GUESSAN PAUL-HENRI PAHALIAH" userId="S::paul-henripaha.nguessan01@universitadipavia.it::b6d50366-2136-42ee-a08a-688aee55b4ff" providerId="AD" clId="Web-{103F4E8C-0FEA-350E-253C-4882AE29F6BB}" dt="2025-12-17T21:40:17.499" v="567"/>
        <pc:sldMkLst>
          <pc:docMk/>
          <pc:sldMk cId="1836946847" sldId="271"/>
        </pc:sldMkLst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1836946847" sldId="271"/>
            <ac:spMk id="2" creationId="{70C668B8-3B25-128A-274C-4F8DFC487107}"/>
          </ac:spMkLst>
        </pc:spChg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1836946847" sldId="271"/>
            <ac:spMk id="3" creationId="{9040BB66-08F4-2AAF-52AC-633C6F3BA6A8}"/>
          </ac:spMkLst>
        </pc:spChg>
        <pc:graphicFrameChg chg="mod modGraphic">
          <ac:chgData name="N'GUESSAN PAUL-HENRI PAHALIAH" userId="S::paul-henripaha.nguessan01@universitadipavia.it::b6d50366-2136-42ee-a08a-688aee55b4ff" providerId="AD" clId="Web-{103F4E8C-0FEA-350E-253C-4882AE29F6BB}" dt="2025-12-17T21:40:17.499" v="567"/>
          <ac:graphicFrameMkLst>
            <pc:docMk/>
            <pc:sldMk cId="1836946847" sldId="271"/>
            <ac:graphicFrameMk id="14" creationId="{1ECCE5D7-3A39-8463-B0FC-019F0D228348}"/>
          </ac:graphicFrameMkLst>
        </pc:graphicFrameChg>
        <pc:picChg chg="mod">
          <ac:chgData name="N'GUESSAN PAUL-HENRI PAHALIAH" userId="S::paul-henripaha.nguessan01@universitadipavia.it::b6d50366-2136-42ee-a08a-688aee55b4ff" providerId="AD" clId="Web-{103F4E8C-0FEA-350E-253C-4882AE29F6BB}" dt="2025-12-17T20:58:00.069" v="384" actId="14100"/>
          <ac:picMkLst>
            <pc:docMk/>
            <pc:sldMk cId="1836946847" sldId="271"/>
            <ac:picMk id="5" creationId="{04EC0ADE-0178-06D9-243C-B8A47795D0C7}"/>
          </ac:picMkLst>
        </pc:picChg>
        <pc:picChg chg="add">
          <ac:chgData name="N'GUESSAN PAUL-HENRI PAHALIAH" userId="S::paul-henripaha.nguessan01@universitadipavia.it::b6d50366-2136-42ee-a08a-688aee55b4ff" providerId="AD" clId="Web-{103F4E8C-0FEA-350E-253C-4882AE29F6BB}" dt="2025-12-17T21:16:01.091" v="481"/>
          <ac:picMkLst>
            <pc:docMk/>
            <pc:sldMk cId="1836946847" sldId="271"/>
            <ac:picMk id="6" creationId="{D26FB5A8-DA1E-242B-1D78-EFAB0820FF59}"/>
          </ac:picMkLst>
        </pc:picChg>
        <pc:picChg chg="mod">
          <ac:chgData name="N'GUESSAN PAUL-HENRI PAHALIAH" userId="S::paul-henripaha.nguessan01@universitadipavia.it::b6d50366-2136-42ee-a08a-688aee55b4ff" providerId="AD" clId="Web-{103F4E8C-0FEA-350E-253C-4882AE29F6BB}" dt="2025-12-17T20:57:56.240" v="383" actId="1076"/>
          <ac:picMkLst>
            <pc:docMk/>
            <pc:sldMk cId="1836946847" sldId="271"/>
            <ac:picMk id="10" creationId="{15FB2D59-8A71-92FD-C488-D6AB1E41450D}"/>
          </ac:picMkLst>
        </pc:picChg>
      </pc:sldChg>
      <pc:sldChg chg="addSp modSp mod modClrScheme chgLayout">
        <pc:chgData name="N'GUESSAN PAUL-HENRI PAHALIAH" userId="S::paul-henripaha.nguessan01@universitadipavia.it::b6d50366-2136-42ee-a08a-688aee55b4ff" providerId="AD" clId="Web-{103F4E8C-0FEA-350E-253C-4882AE29F6BB}" dt="2025-12-17T21:15:51.435" v="480"/>
        <pc:sldMkLst>
          <pc:docMk/>
          <pc:sldMk cId="677050049" sldId="272"/>
        </pc:sldMkLst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677050049" sldId="272"/>
            <ac:spMk id="2" creationId="{6877E6E5-04E8-BD9E-87C0-377735762538}"/>
          </ac:spMkLst>
        </pc:spChg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677050049" sldId="272"/>
            <ac:spMk id="3" creationId="{9F92953D-910A-2949-FC82-37AE4C0BDF0F}"/>
          </ac:spMkLst>
        </pc:spChg>
        <pc:graphicFrameChg chg="mod modGraphic">
          <ac:chgData name="N'GUESSAN PAUL-HENRI PAHALIAH" userId="S::paul-henripaha.nguessan01@universitadipavia.it::b6d50366-2136-42ee-a08a-688aee55b4ff" providerId="AD" clId="Web-{103F4E8C-0FEA-350E-253C-4882AE29F6BB}" dt="2025-12-17T20:56:36.708" v="326"/>
          <ac:graphicFrameMkLst>
            <pc:docMk/>
            <pc:sldMk cId="677050049" sldId="272"/>
            <ac:graphicFrameMk id="14" creationId="{656FFE61-8B67-0FD3-BBF7-578FFE570B87}"/>
          </ac:graphicFrameMkLst>
        </pc:graphicFrameChg>
        <pc:picChg chg="mod">
          <ac:chgData name="N'GUESSAN PAUL-HENRI PAHALIAH" userId="S::paul-henripaha.nguessan01@universitadipavia.it::b6d50366-2136-42ee-a08a-688aee55b4ff" providerId="AD" clId="Web-{103F4E8C-0FEA-350E-253C-4882AE29F6BB}" dt="2025-12-17T20:55:59.848" v="285" actId="1076"/>
          <ac:picMkLst>
            <pc:docMk/>
            <pc:sldMk cId="677050049" sldId="272"/>
            <ac:picMk id="5" creationId="{11FD564B-D15F-3A96-61B0-B3472D033396}"/>
          </ac:picMkLst>
        </pc:picChg>
        <pc:picChg chg="add">
          <ac:chgData name="N'GUESSAN PAUL-HENRI PAHALIAH" userId="S::paul-henripaha.nguessan01@universitadipavia.it::b6d50366-2136-42ee-a08a-688aee55b4ff" providerId="AD" clId="Web-{103F4E8C-0FEA-350E-253C-4882AE29F6BB}" dt="2025-12-17T21:15:51.435" v="480"/>
          <ac:picMkLst>
            <pc:docMk/>
            <pc:sldMk cId="677050049" sldId="272"/>
            <ac:picMk id="6" creationId="{6CDB9482-9513-EE71-5F9B-5CAB0FB27EB1}"/>
          </ac:picMkLst>
        </pc:picChg>
        <pc:picChg chg="mod">
          <ac:chgData name="N'GUESSAN PAUL-HENRI PAHALIAH" userId="S::paul-henripaha.nguessan01@universitadipavia.it::b6d50366-2136-42ee-a08a-688aee55b4ff" providerId="AD" clId="Web-{103F4E8C-0FEA-350E-253C-4882AE29F6BB}" dt="2025-12-17T20:55:53.598" v="283" actId="1076"/>
          <ac:picMkLst>
            <pc:docMk/>
            <pc:sldMk cId="677050049" sldId="272"/>
            <ac:picMk id="7" creationId="{A3AA3BEE-8D7D-0F01-D660-78041DF12DA1}"/>
          </ac:picMkLst>
        </pc:picChg>
      </pc:sldChg>
      <pc:sldChg chg="addSp modSp mod modClrScheme chgLayout">
        <pc:chgData name="N'GUESSAN PAUL-HENRI PAHALIAH" userId="S::paul-henripaha.nguessan01@universitadipavia.it::b6d50366-2136-42ee-a08a-688aee55b4ff" providerId="AD" clId="Web-{103F4E8C-0FEA-350E-253C-4882AE29F6BB}" dt="2025-12-17T21:16:24.467" v="484"/>
        <pc:sldMkLst>
          <pc:docMk/>
          <pc:sldMk cId="1850500064" sldId="273"/>
        </pc:sldMkLst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1850500064" sldId="273"/>
            <ac:spMk id="2" creationId="{21F4269F-5C57-9FCB-64AA-4D43940ECEFB}"/>
          </ac:spMkLst>
        </pc:spChg>
        <pc:spChg chg="mod ord">
          <ac:chgData name="N'GUESSAN PAUL-HENRI PAHALIAH" userId="S::paul-henripaha.nguessan01@universitadipavia.it::b6d50366-2136-42ee-a08a-688aee55b4ff" providerId="AD" clId="Web-{103F4E8C-0FEA-350E-253C-4882AE29F6BB}" dt="2025-12-17T21:06:39.050" v="443"/>
          <ac:spMkLst>
            <pc:docMk/>
            <pc:sldMk cId="1850500064" sldId="273"/>
            <ac:spMk id="3" creationId="{92D8BBB3-37D7-91AB-7523-FDA713576F74}"/>
          </ac:spMkLst>
        </pc:spChg>
        <pc:picChg chg="add">
          <ac:chgData name="N'GUESSAN PAUL-HENRI PAHALIAH" userId="S::paul-henripaha.nguessan01@universitadipavia.it::b6d50366-2136-42ee-a08a-688aee55b4ff" providerId="AD" clId="Web-{103F4E8C-0FEA-350E-253C-4882AE29F6BB}" dt="2025-12-17T21:16:24.467" v="484"/>
          <ac:picMkLst>
            <pc:docMk/>
            <pc:sldMk cId="1850500064" sldId="273"/>
            <ac:picMk id="7" creationId="{51D929DA-933E-3A80-5659-EA129E43F86C}"/>
          </ac:picMkLst>
        </pc:picChg>
      </pc:sldChg>
      <pc:sldChg chg="new del">
        <pc:chgData name="N'GUESSAN PAUL-HENRI PAHALIAH" userId="S::paul-henripaha.nguessan01@universitadipavia.it::b6d50366-2136-42ee-a08a-688aee55b4ff" providerId="AD" clId="Web-{103F4E8C-0FEA-350E-253C-4882AE29F6BB}" dt="2025-12-17T20:10:18.836" v="1"/>
        <pc:sldMkLst>
          <pc:docMk/>
          <pc:sldMk cId="1358580014" sldId="274"/>
        </pc:sldMkLst>
      </pc:sldChg>
      <pc:sldChg chg="modSp new del">
        <pc:chgData name="N'GUESSAN PAUL-HENRI PAHALIAH" userId="S::paul-henripaha.nguessan01@universitadipavia.it::b6d50366-2136-42ee-a08a-688aee55b4ff" providerId="AD" clId="Web-{103F4E8C-0FEA-350E-253C-4882AE29F6BB}" dt="2025-12-17T21:05:00.172" v="410"/>
        <pc:sldMkLst>
          <pc:docMk/>
          <pc:sldMk cId="2328035774" sldId="274"/>
        </pc:sldMkLst>
        <pc:spChg chg="mod">
          <ac:chgData name="N'GUESSAN PAUL-HENRI PAHALIAH" userId="S::paul-henripaha.nguessan01@universitadipavia.it::b6d50366-2136-42ee-a08a-688aee55b4ff" providerId="AD" clId="Web-{103F4E8C-0FEA-350E-253C-4882AE29F6BB}" dt="2025-12-17T21:04:56.828" v="409" actId="20577"/>
          <ac:spMkLst>
            <pc:docMk/>
            <pc:sldMk cId="2328035774" sldId="274"/>
            <ac:spMk id="2" creationId="{6CA1EE57-C64F-2E8A-4E1B-28815940B0AA}"/>
          </ac:spMkLst>
        </pc:spChg>
      </pc:sldChg>
      <pc:sldChg chg="addSp modSp new mod setBg modClrScheme chgLayout">
        <pc:chgData name="N'GUESSAN PAUL-HENRI PAHALIAH" userId="S::paul-henripaha.nguessan01@universitadipavia.it::b6d50366-2136-42ee-a08a-688aee55b4ff" providerId="AD" clId="Web-{103F4E8C-0FEA-350E-253C-4882AE29F6BB}" dt="2025-12-17T21:17:39.237" v="499" actId="1076"/>
        <pc:sldMkLst>
          <pc:docMk/>
          <pc:sldMk cId="3219132633" sldId="274"/>
        </pc:sldMkLst>
        <pc:spChg chg="mod ord">
          <ac:chgData name="N'GUESSAN PAUL-HENRI PAHALIAH" userId="S::paul-henripaha.nguessan01@universitadipavia.it::b6d50366-2136-42ee-a08a-688aee55b4ff" providerId="AD" clId="Web-{103F4E8C-0FEA-350E-253C-4882AE29F6BB}" dt="2025-12-17T21:17:39.237" v="499" actId="1076"/>
          <ac:spMkLst>
            <pc:docMk/>
            <pc:sldMk cId="3219132633" sldId="274"/>
            <ac:spMk id="2" creationId="{752B768E-CE45-2A4F-1082-389B864AE1A7}"/>
          </ac:spMkLst>
        </pc:spChg>
        <pc:spChg chg="mod ord">
          <ac:chgData name="N'GUESSAN PAUL-HENRI PAHALIAH" userId="S::paul-henripaha.nguessan01@universitadipavia.it::b6d50366-2136-42ee-a08a-688aee55b4ff" providerId="AD" clId="Web-{103F4E8C-0FEA-350E-253C-4882AE29F6BB}" dt="2025-12-17T21:17:26.861" v="495" actId="14100"/>
          <ac:spMkLst>
            <pc:docMk/>
            <pc:sldMk cId="3219132633" sldId="274"/>
            <ac:spMk id="3" creationId="{617F9997-ECA6-8821-6409-16D2F1EA918A}"/>
          </ac:spMkLst>
        </pc:spChg>
        <pc:picChg chg="add">
          <ac:chgData name="N'GUESSAN PAUL-HENRI PAHALIAH" userId="S::paul-henripaha.nguessan01@universitadipavia.it::b6d50366-2136-42ee-a08a-688aee55b4ff" providerId="AD" clId="Web-{103F4E8C-0FEA-350E-253C-4882AE29F6BB}" dt="2025-12-17T21:17:02.266" v="492"/>
          <ac:picMkLst>
            <pc:docMk/>
            <pc:sldMk cId="3219132633" sldId="274"/>
            <ac:picMk id="5" creationId="{A1EE283F-F756-C7CA-B8A7-3D36A465DB42}"/>
          </ac:picMkLst>
        </pc:picChg>
        <pc:picChg chg="add">
          <ac:chgData name="N'GUESSAN PAUL-HENRI PAHALIAH" userId="S::paul-henripaha.nguessan01@universitadipavia.it::b6d50366-2136-42ee-a08a-688aee55b4ff" providerId="AD" clId="Web-{103F4E8C-0FEA-350E-253C-4882AE29F6BB}" dt="2025-12-17T21:17:13.798" v="493"/>
          <ac:picMkLst>
            <pc:docMk/>
            <pc:sldMk cId="3219132633" sldId="274"/>
            <ac:picMk id="9" creationId="{759F6355-BCE9-0FAA-FF61-FF4CCE86A81F}"/>
          </ac:picMkLst>
        </pc:picChg>
      </pc:sldChg>
      <pc:sldMasterChg chg="del delSldLayout">
        <pc:chgData name="N'GUESSAN PAUL-HENRI PAHALIAH" userId="S::paul-henripaha.nguessan01@universitadipavia.it::b6d50366-2136-42ee-a08a-688aee55b4ff" providerId="AD" clId="Web-{103F4E8C-0FEA-350E-253C-4882AE29F6BB}" dt="2025-12-17T20:37:01.221" v="153"/>
        <pc:sldMasterMkLst>
          <pc:docMk/>
          <pc:sldMasterMk cId="3036197861" sldId="2147483822"/>
        </pc:sldMasterMkLst>
        <pc:sldLayoutChg chg="del">
          <pc:chgData name="N'GUESSAN PAUL-HENRI PAHALIAH" userId="S::paul-henripaha.nguessan01@universitadipavia.it::b6d50366-2136-42ee-a08a-688aee55b4ff" providerId="AD" clId="Web-{103F4E8C-0FEA-350E-253C-4882AE29F6BB}" dt="2025-12-17T20:37:01.221" v="153"/>
          <pc:sldLayoutMkLst>
            <pc:docMk/>
            <pc:sldMasterMk cId="3036197861" sldId="2147483822"/>
            <pc:sldLayoutMk cId="901845527" sldId="2147483823"/>
          </pc:sldLayoutMkLst>
        </pc:sldLayoutChg>
        <pc:sldLayoutChg chg="del">
          <pc:chgData name="N'GUESSAN PAUL-HENRI PAHALIAH" userId="S::paul-henripaha.nguessan01@universitadipavia.it::b6d50366-2136-42ee-a08a-688aee55b4ff" providerId="AD" clId="Web-{103F4E8C-0FEA-350E-253C-4882AE29F6BB}" dt="2025-12-17T20:37:01.221" v="153"/>
          <pc:sldLayoutMkLst>
            <pc:docMk/>
            <pc:sldMasterMk cId="3036197861" sldId="2147483822"/>
            <pc:sldLayoutMk cId="4137433594" sldId="2147483824"/>
          </pc:sldLayoutMkLst>
        </pc:sldLayoutChg>
        <pc:sldLayoutChg chg="del">
          <pc:chgData name="N'GUESSAN PAUL-HENRI PAHALIAH" userId="S::paul-henripaha.nguessan01@universitadipavia.it::b6d50366-2136-42ee-a08a-688aee55b4ff" providerId="AD" clId="Web-{103F4E8C-0FEA-350E-253C-4882AE29F6BB}" dt="2025-12-17T20:37:01.221" v="153"/>
          <pc:sldLayoutMkLst>
            <pc:docMk/>
            <pc:sldMasterMk cId="3036197861" sldId="2147483822"/>
            <pc:sldLayoutMk cId="2294764874" sldId="2147483825"/>
          </pc:sldLayoutMkLst>
        </pc:sldLayoutChg>
        <pc:sldLayoutChg chg="del">
          <pc:chgData name="N'GUESSAN PAUL-HENRI PAHALIAH" userId="S::paul-henripaha.nguessan01@universitadipavia.it::b6d50366-2136-42ee-a08a-688aee55b4ff" providerId="AD" clId="Web-{103F4E8C-0FEA-350E-253C-4882AE29F6BB}" dt="2025-12-17T20:37:01.221" v="153"/>
          <pc:sldLayoutMkLst>
            <pc:docMk/>
            <pc:sldMasterMk cId="3036197861" sldId="2147483822"/>
            <pc:sldLayoutMk cId="1835151306" sldId="2147483826"/>
          </pc:sldLayoutMkLst>
        </pc:sldLayoutChg>
        <pc:sldLayoutChg chg="del">
          <pc:chgData name="N'GUESSAN PAUL-HENRI PAHALIAH" userId="S::paul-henripaha.nguessan01@universitadipavia.it::b6d50366-2136-42ee-a08a-688aee55b4ff" providerId="AD" clId="Web-{103F4E8C-0FEA-350E-253C-4882AE29F6BB}" dt="2025-12-17T20:37:01.221" v="153"/>
          <pc:sldLayoutMkLst>
            <pc:docMk/>
            <pc:sldMasterMk cId="3036197861" sldId="2147483822"/>
            <pc:sldLayoutMk cId="1309677741" sldId="2147483827"/>
          </pc:sldLayoutMkLst>
        </pc:sldLayoutChg>
        <pc:sldLayoutChg chg="del">
          <pc:chgData name="N'GUESSAN PAUL-HENRI PAHALIAH" userId="S::paul-henripaha.nguessan01@universitadipavia.it::b6d50366-2136-42ee-a08a-688aee55b4ff" providerId="AD" clId="Web-{103F4E8C-0FEA-350E-253C-4882AE29F6BB}" dt="2025-12-17T20:37:01.221" v="153"/>
          <pc:sldLayoutMkLst>
            <pc:docMk/>
            <pc:sldMasterMk cId="3036197861" sldId="2147483822"/>
            <pc:sldLayoutMk cId="3858794504" sldId="2147483828"/>
          </pc:sldLayoutMkLst>
        </pc:sldLayoutChg>
        <pc:sldLayoutChg chg="del">
          <pc:chgData name="N'GUESSAN PAUL-HENRI PAHALIAH" userId="S::paul-henripaha.nguessan01@universitadipavia.it::b6d50366-2136-42ee-a08a-688aee55b4ff" providerId="AD" clId="Web-{103F4E8C-0FEA-350E-253C-4882AE29F6BB}" dt="2025-12-17T20:37:01.221" v="153"/>
          <pc:sldLayoutMkLst>
            <pc:docMk/>
            <pc:sldMasterMk cId="3036197861" sldId="2147483822"/>
            <pc:sldLayoutMk cId="4292303575" sldId="2147483829"/>
          </pc:sldLayoutMkLst>
        </pc:sldLayoutChg>
        <pc:sldLayoutChg chg="del">
          <pc:chgData name="N'GUESSAN PAUL-HENRI PAHALIAH" userId="S::paul-henripaha.nguessan01@universitadipavia.it::b6d50366-2136-42ee-a08a-688aee55b4ff" providerId="AD" clId="Web-{103F4E8C-0FEA-350E-253C-4882AE29F6BB}" dt="2025-12-17T20:37:01.221" v="153"/>
          <pc:sldLayoutMkLst>
            <pc:docMk/>
            <pc:sldMasterMk cId="3036197861" sldId="2147483822"/>
            <pc:sldLayoutMk cId="2118875054" sldId="2147483830"/>
          </pc:sldLayoutMkLst>
        </pc:sldLayoutChg>
        <pc:sldLayoutChg chg="del">
          <pc:chgData name="N'GUESSAN PAUL-HENRI PAHALIAH" userId="S::paul-henripaha.nguessan01@universitadipavia.it::b6d50366-2136-42ee-a08a-688aee55b4ff" providerId="AD" clId="Web-{103F4E8C-0FEA-350E-253C-4882AE29F6BB}" dt="2025-12-17T20:37:01.221" v="153"/>
          <pc:sldLayoutMkLst>
            <pc:docMk/>
            <pc:sldMasterMk cId="3036197861" sldId="2147483822"/>
            <pc:sldLayoutMk cId="2116422333" sldId="2147483831"/>
          </pc:sldLayoutMkLst>
        </pc:sldLayoutChg>
        <pc:sldLayoutChg chg="del">
          <pc:chgData name="N'GUESSAN PAUL-HENRI PAHALIAH" userId="S::paul-henripaha.nguessan01@universitadipavia.it::b6d50366-2136-42ee-a08a-688aee55b4ff" providerId="AD" clId="Web-{103F4E8C-0FEA-350E-253C-4882AE29F6BB}" dt="2025-12-17T20:37:01.221" v="153"/>
          <pc:sldLayoutMkLst>
            <pc:docMk/>
            <pc:sldMasterMk cId="3036197861" sldId="2147483822"/>
            <pc:sldLayoutMk cId="137357386" sldId="2147483832"/>
          </pc:sldLayoutMkLst>
        </pc:sldLayoutChg>
        <pc:sldLayoutChg chg="del">
          <pc:chgData name="N'GUESSAN PAUL-HENRI PAHALIAH" userId="S::paul-henripaha.nguessan01@universitadipavia.it::b6d50366-2136-42ee-a08a-688aee55b4ff" providerId="AD" clId="Web-{103F4E8C-0FEA-350E-253C-4882AE29F6BB}" dt="2025-12-17T20:37:01.221" v="153"/>
          <pc:sldLayoutMkLst>
            <pc:docMk/>
            <pc:sldMasterMk cId="3036197861" sldId="2147483822"/>
            <pc:sldLayoutMk cId="295908179" sldId="2147483833"/>
          </pc:sldLayoutMkLst>
        </pc:sldLayoutChg>
        <pc:sldLayoutChg chg="del">
          <pc:chgData name="N'GUESSAN PAUL-HENRI PAHALIAH" userId="S::paul-henripaha.nguessan01@universitadipavia.it::b6d50366-2136-42ee-a08a-688aee55b4ff" providerId="AD" clId="Web-{103F4E8C-0FEA-350E-253C-4882AE29F6BB}" dt="2025-12-17T20:37:01.221" v="153"/>
          <pc:sldLayoutMkLst>
            <pc:docMk/>
            <pc:sldMasterMk cId="3036197861" sldId="2147483822"/>
            <pc:sldLayoutMk cId="2776612922" sldId="2147483834"/>
          </pc:sldLayoutMkLst>
        </pc:sldLayoutChg>
        <pc:sldLayoutChg chg="del">
          <pc:chgData name="N'GUESSAN PAUL-HENRI PAHALIAH" userId="S::paul-henripaha.nguessan01@universitadipavia.it::b6d50366-2136-42ee-a08a-688aee55b4ff" providerId="AD" clId="Web-{103F4E8C-0FEA-350E-253C-4882AE29F6BB}" dt="2025-12-17T20:37:01.221" v="153"/>
          <pc:sldLayoutMkLst>
            <pc:docMk/>
            <pc:sldMasterMk cId="3036197861" sldId="2147483822"/>
            <pc:sldLayoutMk cId="2792668516" sldId="2147483835"/>
          </pc:sldLayoutMkLst>
        </pc:sldLayoutChg>
        <pc:sldLayoutChg chg="del">
          <pc:chgData name="N'GUESSAN PAUL-HENRI PAHALIAH" userId="S::paul-henripaha.nguessan01@universitadipavia.it::b6d50366-2136-42ee-a08a-688aee55b4ff" providerId="AD" clId="Web-{103F4E8C-0FEA-350E-253C-4882AE29F6BB}" dt="2025-12-17T20:37:01.221" v="153"/>
          <pc:sldLayoutMkLst>
            <pc:docMk/>
            <pc:sldMasterMk cId="3036197861" sldId="2147483822"/>
            <pc:sldLayoutMk cId="2256390537" sldId="2147483836"/>
          </pc:sldLayoutMkLst>
        </pc:sldLayoutChg>
        <pc:sldLayoutChg chg="del">
          <pc:chgData name="N'GUESSAN PAUL-HENRI PAHALIAH" userId="S::paul-henripaha.nguessan01@universitadipavia.it::b6d50366-2136-42ee-a08a-688aee55b4ff" providerId="AD" clId="Web-{103F4E8C-0FEA-350E-253C-4882AE29F6BB}" dt="2025-12-17T20:37:01.221" v="153"/>
          <pc:sldLayoutMkLst>
            <pc:docMk/>
            <pc:sldMasterMk cId="3036197861" sldId="2147483822"/>
            <pc:sldLayoutMk cId="3382063632" sldId="2147483837"/>
          </pc:sldLayoutMkLst>
        </pc:sldLayoutChg>
        <pc:sldLayoutChg chg="del">
          <pc:chgData name="N'GUESSAN PAUL-HENRI PAHALIAH" userId="S::paul-henripaha.nguessan01@universitadipavia.it::b6d50366-2136-42ee-a08a-688aee55b4ff" providerId="AD" clId="Web-{103F4E8C-0FEA-350E-253C-4882AE29F6BB}" dt="2025-12-17T20:37:01.221" v="153"/>
          <pc:sldLayoutMkLst>
            <pc:docMk/>
            <pc:sldMasterMk cId="3036197861" sldId="2147483822"/>
            <pc:sldLayoutMk cId="288300792" sldId="2147483838"/>
          </pc:sldLayoutMkLst>
        </pc:sldLayoutChg>
        <pc:sldLayoutChg chg="del">
          <pc:chgData name="N'GUESSAN PAUL-HENRI PAHALIAH" userId="S::paul-henripaha.nguessan01@universitadipavia.it::b6d50366-2136-42ee-a08a-688aee55b4ff" providerId="AD" clId="Web-{103F4E8C-0FEA-350E-253C-4882AE29F6BB}" dt="2025-12-17T20:37:01.221" v="153"/>
          <pc:sldLayoutMkLst>
            <pc:docMk/>
            <pc:sldMasterMk cId="3036197861" sldId="2147483822"/>
            <pc:sldLayoutMk cId="1110928224" sldId="2147483839"/>
          </pc:sldLayoutMkLst>
        </pc:sldLayoutChg>
      </pc:sldMasterChg>
      <pc:sldMasterChg chg="add del addSldLayout delSldLayout modSldLayout">
        <pc:chgData name="N'GUESSAN PAUL-HENRI PAHALIAH" userId="S::paul-henripaha.nguessan01@universitadipavia.it::b6d50366-2136-42ee-a08a-688aee55b4ff" providerId="AD" clId="Web-{103F4E8C-0FEA-350E-253C-4882AE29F6BB}" dt="2025-12-17T20:37:29.659" v="157"/>
        <pc:sldMasterMkLst>
          <pc:docMk/>
          <pc:sldMasterMk cId="1554791042" sldId="2147483840"/>
        </pc:sldMasterMkLst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0:37:29.659" v="157"/>
          <pc:sldLayoutMkLst>
            <pc:docMk/>
            <pc:sldMasterMk cId="1554791042" sldId="2147483840"/>
            <pc:sldLayoutMk cId="3039434493" sldId="2147483841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0:37:29.659" v="157"/>
          <pc:sldLayoutMkLst>
            <pc:docMk/>
            <pc:sldMasterMk cId="1554791042" sldId="2147483840"/>
            <pc:sldLayoutMk cId="2273735988" sldId="2147483842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0:37:29.659" v="157"/>
          <pc:sldLayoutMkLst>
            <pc:docMk/>
            <pc:sldMasterMk cId="1554791042" sldId="2147483840"/>
            <pc:sldLayoutMk cId="2402030422" sldId="2147483843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0:37:29.659" v="157"/>
          <pc:sldLayoutMkLst>
            <pc:docMk/>
            <pc:sldMasterMk cId="1554791042" sldId="2147483840"/>
            <pc:sldLayoutMk cId="519684953" sldId="2147483844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0:37:29.659" v="157"/>
          <pc:sldLayoutMkLst>
            <pc:docMk/>
            <pc:sldMasterMk cId="1554791042" sldId="2147483840"/>
            <pc:sldLayoutMk cId="1416036318" sldId="2147483845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0:37:29.659" v="157"/>
          <pc:sldLayoutMkLst>
            <pc:docMk/>
            <pc:sldMasterMk cId="1554791042" sldId="2147483840"/>
            <pc:sldLayoutMk cId="1506862119" sldId="2147483846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0:37:29.659" v="157"/>
          <pc:sldLayoutMkLst>
            <pc:docMk/>
            <pc:sldMasterMk cId="1554791042" sldId="2147483840"/>
            <pc:sldLayoutMk cId="1107378407" sldId="2147483847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0:37:29.659" v="157"/>
          <pc:sldLayoutMkLst>
            <pc:docMk/>
            <pc:sldMasterMk cId="1554791042" sldId="2147483840"/>
            <pc:sldLayoutMk cId="1635736053" sldId="2147483848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0:37:29.659" v="157"/>
          <pc:sldLayoutMkLst>
            <pc:docMk/>
            <pc:sldMasterMk cId="1554791042" sldId="2147483840"/>
            <pc:sldLayoutMk cId="3451752320" sldId="2147483849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0:37:29.659" v="157"/>
          <pc:sldLayoutMkLst>
            <pc:docMk/>
            <pc:sldMasterMk cId="1554791042" sldId="2147483840"/>
            <pc:sldLayoutMk cId="1723700415" sldId="2147483850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0:37:29.659" v="157"/>
          <pc:sldLayoutMkLst>
            <pc:docMk/>
            <pc:sldMasterMk cId="1554791042" sldId="2147483840"/>
            <pc:sldLayoutMk cId="217491622" sldId="2147483851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0:37:29.659" v="157"/>
          <pc:sldLayoutMkLst>
            <pc:docMk/>
            <pc:sldMasterMk cId="1554791042" sldId="2147483840"/>
            <pc:sldLayoutMk cId="1934565626" sldId="2147483852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0:37:29.659" v="157"/>
          <pc:sldLayoutMkLst>
            <pc:docMk/>
            <pc:sldMasterMk cId="1554791042" sldId="2147483840"/>
            <pc:sldLayoutMk cId="2257417370" sldId="2147483853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0:37:29.659" v="157"/>
          <pc:sldLayoutMkLst>
            <pc:docMk/>
            <pc:sldMasterMk cId="1554791042" sldId="2147483840"/>
            <pc:sldLayoutMk cId="632154062" sldId="2147483854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0:37:29.659" v="157"/>
          <pc:sldLayoutMkLst>
            <pc:docMk/>
            <pc:sldMasterMk cId="1554791042" sldId="2147483840"/>
            <pc:sldLayoutMk cId="882745658" sldId="2147483855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0:37:29.659" v="157"/>
          <pc:sldLayoutMkLst>
            <pc:docMk/>
            <pc:sldMasterMk cId="1554791042" sldId="2147483840"/>
            <pc:sldLayoutMk cId="2597485667" sldId="2147483856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0:37:29.659" v="157"/>
          <pc:sldLayoutMkLst>
            <pc:docMk/>
            <pc:sldMasterMk cId="1554791042" sldId="2147483840"/>
            <pc:sldLayoutMk cId="2048301070" sldId="2147483857"/>
          </pc:sldLayoutMkLst>
        </pc:sldLayoutChg>
      </pc:sldMasterChg>
      <pc:sldMasterChg chg="add del mod setBg addSldLayout delSldLayout modSldLayout">
        <pc:chgData name="N'GUESSAN PAUL-HENRI PAHALIAH" userId="S::paul-henripaha.nguessan01@universitadipavia.it::b6d50366-2136-42ee-a08a-688aee55b4ff" providerId="AD" clId="Web-{103F4E8C-0FEA-350E-253C-4882AE29F6BB}" dt="2025-12-17T21:06:39.050" v="443"/>
        <pc:sldMasterMkLst>
          <pc:docMk/>
          <pc:sldMasterMk cId="2167905435" sldId="2147483858"/>
        </pc:sldMasterMkLst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167905435" sldId="2147483858"/>
            <pc:sldLayoutMk cId="2226550167" sldId="2147483859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167905435" sldId="2147483858"/>
            <pc:sldLayoutMk cId="3828778247" sldId="2147483860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167905435" sldId="2147483858"/>
            <pc:sldLayoutMk cId="519230098" sldId="2147483861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167905435" sldId="2147483858"/>
            <pc:sldLayoutMk cId="3271478050" sldId="2147483862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167905435" sldId="2147483858"/>
            <pc:sldLayoutMk cId="1511238362" sldId="2147483863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167905435" sldId="2147483858"/>
            <pc:sldLayoutMk cId="2879706447" sldId="2147483864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167905435" sldId="2147483858"/>
            <pc:sldLayoutMk cId="633195118" sldId="2147483865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167905435" sldId="2147483858"/>
            <pc:sldLayoutMk cId="1593527401" sldId="2147483866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167905435" sldId="2147483858"/>
            <pc:sldLayoutMk cId="2386426779" sldId="2147483867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167905435" sldId="2147483858"/>
            <pc:sldLayoutMk cId="662078875" sldId="2147483868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167905435" sldId="2147483858"/>
            <pc:sldLayoutMk cId="1490714888" sldId="2147483869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167905435" sldId="2147483858"/>
            <pc:sldLayoutMk cId="4161173982" sldId="2147483870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167905435" sldId="2147483858"/>
            <pc:sldLayoutMk cId="2216167483" sldId="2147483871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167905435" sldId="2147483858"/>
            <pc:sldLayoutMk cId="262075588" sldId="2147483872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167905435" sldId="2147483858"/>
            <pc:sldLayoutMk cId="3953273043" sldId="2147483873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167905435" sldId="2147483858"/>
            <pc:sldLayoutMk cId="4051735833" sldId="2147483874"/>
          </pc:sldLayoutMkLst>
        </pc:sldLayoutChg>
        <pc:sldLayoutChg chg="add del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167905435" sldId="2147483858"/>
            <pc:sldLayoutMk cId="3859888266" sldId="2147483875"/>
          </pc:sldLayoutMkLst>
        </pc:sldLayoutChg>
      </pc:sldMasterChg>
      <pc:sldMasterChg chg="add addSldLayout modSldLayout">
        <pc:chgData name="N'GUESSAN PAUL-HENRI PAHALIAH" userId="S::paul-henripaha.nguessan01@universitadipavia.it::b6d50366-2136-42ee-a08a-688aee55b4ff" providerId="AD" clId="Web-{103F4E8C-0FEA-350E-253C-4882AE29F6BB}" dt="2025-12-17T21:06:39.050" v="443"/>
        <pc:sldMasterMkLst>
          <pc:docMk/>
          <pc:sldMasterMk cId="2341934297" sldId="2147483876"/>
        </pc:sldMasterMkLst>
        <pc:sldLayoutChg chg="add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341934297" sldId="2147483876"/>
            <pc:sldLayoutMk cId="3198727610" sldId="2147483877"/>
          </pc:sldLayoutMkLst>
        </pc:sldLayoutChg>
        <pc:sldLayoutChg chg="add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341934297" sldId="2147483876"/>
            <pc:sldLayoutMk cId="2203183248" sldId="2147483878"/>
          </pc:sldLayoutMkLst>
        </pc:sldLayoutChg>
        <pc:sldLayoutChg chg="add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341934297" sldId="2147483876"/>
            <pc:sldLayoutMk cId="1844189757" sldId="2147483879"/>
          </pc:sldLayoutMkLst>
        </pc:sldLayoutChg>
        <pc:sldLayoutChg chg="add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341934297" sldId="2147483876"/>
            <pc:sldLayoutMk cId="1629365292" sldId="2147483880"/>
          </pc:sldLayoutMkLst>
        </pc:sldLayoutChg>
        <pc:sldLayoutChg chg="add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341934297" sldId="2147483876"/>
            <pc:sldLayoutMk cId="3375141979" sldId="2147483881"/>
          </pc:sldLayoutMkLst>
        </pc:sldLayoutChg>
        <pc:sldLayoutChg chg="add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341934297" sldId="2147483876"/>
            <pc:sldLayoutMk cId="3881042791" sldId="2147483882"/>
          </pc:sldLayoutMkLst>
        </pc:sldLayoutChg>
        <pc:sldLayoutChg chg="add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341934297" sldId="2147483876"/>
            <pc:sldLayoutMk cId="3881651866" sldId="2147483883"/>
          </pc:sldLayoutMkLst>
        </pc:sldLayoutChg>
        <pc:sldLayoutChg chg="add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341934297" sldId="2147483876"/>
            <pc:sldLayoutMk cId="1431407892" sldId="2147483884"/>
          </pc:sldLayoutMkLst>
        </pc:sldLayoutChg>
        <pc:sldLayoutChg chg="add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341934297" sldId="2147483876"/>
            <pc:sldLayoutMk cId="2227945582" sldId="2147483885"/>
          </pc:sldLayoutMkLst>
        </pc:sldLayoutChg>
        <pc:sldLayoutChg chg="add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341934297" sldId="2147483876"/>
            <pc:sldLayoutMk cId="2848078736" sldId="2147483886"/>
          </pc:sldLayoutMkLst>
        </pc:sldLayoutChg>
        <pc:sldLayoutChg chg="add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341934297" sldId="2147483876"/>
            <pc:sldLayoutMk cId="3227473667" sldId="2147483887"/>
          </pc:sldLayoutMkLst>
        </pc:sldLayoutChg>
        <pc:sldLayoutChg chg="add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341934297" sldId="2147483876"/>
            <pc:sldLayoutMk cId="2421974781" sldId="2147483888"/>
          </pc:sldLayoutMkLst>
        </pc:sldLayoutChg>
        <pc:sldLayoutChg chg="add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341934297" sldId="2147483876"/>
            <pc:sldLayoutMk cId="193013519" sldId="2147483889"/>
          </pc:sldLayoutMkLst>
        </pc:sldLayoutChg>
        <pc:sldLayoutChg chg="add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341934297" sldId="2147483876"/>
            <pc:sldLayoutMk cId="1396791418" sldId="2147483890"/>
          </pc:sldLayoutMkLst>
        </pc:sldLayoutChg>
        <pc:sldLayoutChg chg="add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341934297" sldId="2147483876"/>
            <pc:sldLayoutMk cId="4111949509" sldId="2147483891"/>
          </pc:sldLayoutMkLst>
        </pc:sldLayoutChg>
        <pc:sldLayoutChg chg="add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341934297" sldId="2147483876"/>
            <pc:sldLayoutMk cId="3984005813" sldId="2147483892"/>
          </pc:sldLayoutMkLst>
        </pc:sldLayoutChg>
        <pc:sldLayoutChg chg="add mod replId">
          <pc:chgData name="N'GUESSAN PAUL-HENRI PAHALIAH" userId="S::paul-henripaha.nguessan01@universitadipavia.it::b6d50366-2136-42ee-a08a-688aee55b4ff" providerId="AD" clId="Web-{103F4E8C-0FEA-350E-253C-4882AE29F6BB}" dt="2025-12-17T21:06:39.050" v="443"/>
          <pc:sldLayoutMkLst>
            <pc:docMk/>
            <pc:sldMasterMk cId="2341934297" sldId="2147483876"/>
            <pc:sldLayoutMk cId="2114436433" sldId="2147483893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14C7C1-4C20-498F-AEA3-963D5A1B2C1F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B2F79F-9F7E-4E05-BFDD-396E86FF26B6}">
      <dgm:prSet/>
      <dgm:spPr/>
      <dgm:t>
        <a:bodyPr/>
        <a:lstStyle/>
        <a:p>
          <a:r>
            <a:rPr lang="en-US"/>
            <a:t>• Passive end-effector</a:t>
          </a:r>
        </a:p>
      </dgm:t>
    </dgm:pt>
    <dgm:pt modelId="{F959A2DB-DBA1-46E6-A0FF-235EA192C2E3}" type="parTrans" cxnId="{4AC03EA2-175B-4D2B-A2E3-473C5455C444}">
      <dgm:prSet/>
      <dgm:spPr/>
      <dgm:t>
        <a:bodyPr/>
        <a:lstStyle/>
        <a:p>
          <a:endParaRPr lang="en-US"/>
        </a:p>
      </dgm:t>
    </dgm:pt>
    <dgm:pt modelId="{3A1046B5-E333-48BF-B25E-42007D8D8449}" type="sibTrans" cxnId="{4AC03EA2-175B-4D2B-A2E3-473C5455C444}">
      <dgm:prSet/>
      <dgm:spPr/>
      <dgm:t>
        <a:bodyPr/>
        <a:lstStyle/>
        <a:p>
          <a:endParaRPr lang="en-US"/>
        </a:p>
      </dgm:t>
    </dgm:pt>
    <dgm:pt modelId="{F379BED4-637A-45DC-B5EE-B5C7D5E09B14}">
      <dgm:prSet/>
      <dgm:spPr/>
      <dgm:t>
        <a:bodyPr/>
        <a:lstStyle/>
        <a:p>
          <a:r>
            <a:rPr lang="en-US"/>
            <a:t>• 3D-printable design</a:t>
          </a:r>
        </a:p>
      </dgm:t>
    </dgm:pt>
    <dgm:pt modelId="{E4FAF0E9-5882-4968-AAB7-9846CB993676}" type="parTrans" cxnId="{71AE392E-3E79-4DCF-AD41-9DF92A334C09}">
      <dgm:prSet/>
      <dgm:spPr/>
      <dgm:t>
        <a:bodyPr/>
        <a:lstStyle/>
        <a:p>
          <a:endParaRPr lang="en-US"/>
        </a:p>
      </dgm:t>
    </dgm:pt>
    <dgm:pt modelId="{CED4A764-6D3B-4E60-8341-33BFD0927754}" type="sibTrans" cxnId="{71AE392E-3E79-4DCF-AD41-9DF92A334C09}">
      <dgm:prSet/>
      <dgm:spPr/>
      <dgm:t>
        <a:bodyPr/>
        <a:lstStyle/>
        <a:p>
          <a:endParaRPr lang="en-US"/>
        </a:p>
      </dgm:t>
    </dgm:pt>
    <dgm:pt modelId="{4F2FB6BF-CB7E-4FE3-99E7-9E4D18FBBFD3}">
      <dgm:prSet/>
      <dgm:spPr/>
      <dgm:t>
        <a:bodyPr/>
        <a:lstStyle/>
        <a:p>
          <a:r>
            <a:rPr lang="en-US"/>
            <a:t>• Suitable for durability tests</a:t>
          </a:r>
        </a:p>
      </dgm:t>
    </dgm:pt>
    <dgm:pt modelId="{F70925C2-915D-4050-907F-384723CF81BF}" type="parTrans" cxnId="{368B60E1-E15B-47EC-BEDD-FD260DF4712E}">
      <dgm:prSet/>
      <dgm:spPr/>
      <dgm:t>
        <a:bodyPr/>
        <a:lstStyle/>
        <a:p>
          <a:endParaRPr lang="en-US"/>
        </a:p>
      </dgm:t>
    </dgm:pt>
    <dgm:pt modelId="{72286190-0499-4573-BC54-CDD0EDE45904}" type="sibTrans" cxnId="{368B60E1-E15B-47EC-BEDD-FD260DF4712E}">
      <dgm:prSet/>
      <dgm:spPr/>
      <dgm:t>
        <a:bodyPr/>
        <a:lstStyle/>
        <a:p>
          <a:endParaRPr lang="en-US"/>
        </a:p>
      </dgm:t>
    </dgm:pt>
    <dgm:pt modelId="{A1BBD5A3-EF54-4870-9F20-B95436390F53}" type="pres">
      <dgm:prSet presAssocID="{CC14C7C1-4C20-498F-AEA3-963D5A1B2C1F}" presName="vert0" presStyleCnt="0">
        <dgm:presLayoutVars>
          <dgm:dir/>
          <dgm:animOne val="branch"/>
          <dgm:animLvl val="lvl"/>
        </dgm:presLayoutVars>
      </dgm:prSet>
      <dgm:spPr/>
    </dgm:pt>
    <dgm:pt modelId="{B6C99E06-8FCF-4815-93AF-AEA84FED58A8}" type="pres">
      <dgm:prSet presAssocID="{BBB2F79F-9F7E-4E05-BFDD-396E86FF26B6}" presName="thickLine" presStyleLbl="alignNode1" presStyleIdx="0" presStyleCnt="3"/>
      <dgm:spPr/>
    </dgm:pt>
    <dgm:pt modelId="{613D4F07-B32F-49D9-84C8-A926B7AB6761}" type="pres">
      <dgm:prSet presAssocID="{BBB2F79F-9F7E-4E05-BFDD-396E86FF26B6}" presName="horz1" presStyleCnt="0"/>
      <dgm:spPr/>
    </dgm:pt>
    <dgm:pt modelId="{4137B0B3-4660-44E2-AFD1-5297770CDCD7}" type="pres">
      <dgm:prSet presAssocID="{BBB2F79F-9F7E-4E05-BFDD-396E86FF26B6}" presName="tx1" presStyleLbl="revTx" presStyleIdx="0" presStyleCnt="3"/>
      <dgm:spPr/>
    </dgm:pt>
    <dgm:pt modelId="{70731E87-FD9E-4900-BDF1-AD81E03852BE}" type="pres">
      <dgm:prSet presAssocID="{BBB2F79F-9F7E-4E05-BFDD-396E86FF26B6}" presName="vert1" presStyleCnt="0"/>
      <dgm:spPr/>
    </dgm:pt>
    <dgm:pt modelId="{CEB7E43E-D073-4142-B74A-FC5436D4A92D}" type="pres">
      <dgm:prSet presAssocID="{F379BED4-637A-45DC-B5EE-B5C7D5E09B14}" presName="thickLine" presStyleLbl="alignNode1" presStyleIdx="1" presStyleCnt="3"/>
      <dgm:spPr/>
    </dgm:pt>
    <dgm:pt modelId="{C8C0961D-58C9-4D2D-95B0-548363DB57BE}" type="pres">
      <dgm:prSet presAssocID="{F379BED4-637A-45DC-B5EE-B5C7D5E09B14}" presName="horz1" presStyleCnt="0"/>
      <dgm:spPr/>
    </dgm:pt>
    <dgm:pt modelId="{F7F49116-240A-4538-AFBC-7C83B47629C5}" type="pres">
      <dgm:prSet presAssocID="{F379BED4-637A-45DC-B5EE-B5C7D5E09B14}" presName="tx1" presStyleLbl="revTx" presStyleIdx="1" presStyleCnt="3"/>
      <dgm:spPr/>
    </dgm:pt>
    <dgm:pt modelId="{4ED5EAB3-064F-40EF-90C1-925BF60EE7D4}" type="pres">
      <dgm:prSet presAssocID="{F379BED4-637A-45DC-B5EE-B5C7D5E09B14}" presName="vert1" presStyleCnt="0"/>
      <dgm:spPr/>
    </dgm:pt>
    <dgm:pt modelId="{F3406E42-D8B8-43BE-B796-14884E634DC7}" type="pres">
      <dgm:prSet presAssocID="{4F2FB6BF-CB7E-4FE3-99E7-9E4D18FBBFD3}" presName="thickLine" presStyleLbl="alignNode1" presStyleIdx="2" presStyleCnt="3"/>
      <dgm:spPr/>
    </dgm:pt>
    <dgm:pt modelId="{637C14A5-B915-442B-A868-698F628631C9}" type="pres">
      <dgm:prSet presAssocID="{4F2FB6BF-CB7E-4FE3-99E7-9E4D18FBBFD3}" presName="horz1" presStyleCnt="0"/>
      <dgm:spPr/>
    </dgm:pt>
    <dgm:pt modelId="{23CCC1D7-FF81-45A6-A3EF-B212E20F9F77}" type="pres">
      <dgm:prSet presAssocID="{4F2FB6BF-CB7E-4FE3-99E7-9E4D18FBBFD3}" presName="tx1" presStyleLbl="revTx" presStyleIdx="2" presStyleCnt="3"/>
      <dgm:spPr/>
    </dgm:pt>
    <dgm:pt modelId="{C5ACD519-C737-402F-A2D8-9EE15863B83A}" type="pres">
      <dgm:prSet presAssocID="{4F2FB6BF-CB7E-4FE3-99E7-9E4D18FBBFD3}" presName="vert1" presStyleCnt="0"/>
      <dgm:spPr/>
    </dgm:pt>
  </dgm:ptLst>
  <dgm:cxnLst>
    <dgm:cxn modelId="{9C40CA10-B875-484C-9DAA-3518C0D6AB47}" type="presOf" srcId="{4F2FB6BF-CB7E-4FE3-99E7-9E4D18FBBFD3}" destId="{23CCC1D7-FF81-45A6-A3EF-B212E20F9F77}" srcOrd="0" destOrd="0" presId="urn:microsoft.com/office/officeart/2008/layout/LinedList"/>
    <dgm:cxn modelId="{71AE392E-3E79-4DCF-AD41-9DF92A334C09}" srcId="{CC14C7C1-4C20-498F-AEA3-963D5A1B2C1F}" destId="{F379BED4-637A-45DC-B5EE-B5C7D5E09B14}" srcOrd="1" destOrd="0" parTransId="{E4FAF0E9-5882-4968-AAB7-9846CB993676}" sibTransId="{CED4A764-6D3B-4E60-8341-33BFD0927754}"/>
    <dgm:cxn modelId="{2F741746-0BB8-41E2-B169-4261E07C4D09}" type="presOf" srcId="{F379BED4-637A-45DC-B5EE-B5C7D5E09B14}" destId="{F7F49116-240A-4538-AFBC-7C83B47629C5}" srcOrd="0" destOrd="0" presId="urn:microsoft.com/office/officeart/2008/layout/LinedList"/>
    <dgm:cxn modelId="{5494556A-D45A-4C01-BBD6-565A5E09B2A3}" type="presOf" srcId="{CC14C7C1-4C20-498F-AEA3-963D5A1B2C1F}" destId="{A1BBD5A3-EF54-4870-9F20-B95436390F53}" srcOrd="0" destOrd="0" presId="urn:microsoft.com/office/officeart/2008/layout/LinedList"/>
    <dgm:cxn modelId="{E5DFDC57-0F2A-4728-9D2B-2FB835EC92D3}" type="presOf" srcId="{BBB2F79F-9F7E-4E05-BFDD-396E86FF26B6}" destId="{4137B0B3-4660-44E2-AFD1-5297770CDCD7}" srcOrd="0" destOrd="0" presId="urn:microsoft.com/office/officeart/2008/layout/LinedList"/>
    <dgm:cxn modelId="{4AC03EA2-175B-4D2B-A2E3-473C5455C444}" srcId="{CC14C7C1-4C20-498F-AEA3-963D5A1B2C1F}" destId="{BBB2F79F-9F7E-4E05-BFDD-396E86FF26B6}" srcOrd="0" destOrd="0" parTransId="{F959A2DB-DBA1-46E6-A0FF-235EA192C2E3}" sibTransId="{3A1046B5-E333-48BF-B25E-42007D8D8449}"/>
    <dgm:cxn modelId="{368B60E1-E15B-47EC-BEDD-FD260DF4712E}" srcId="{CC14C7C1-4C20-498F-AEA3-963D5A1B2C1F}" destId="{4F2FB6BF-CB7E-4FE3-99E7-9E4D18FBBFD3}" srcOrd="2" destOrd="0" parTransId="{F70925C2-915D-4050-907F-384723CF81BF}" sibTransId="{72286190-0499-4573-BC54-CDD0EDE45904}"/>
    <dgm:cxn modelId="{BA2BD43B-99B2-47A6-B87D-B6A9BCA4B08B}" type="presParOf" srcId="{A1BBD5A3-EF54-4870-9F20-B95436390F53}" destId="{B6C99E06-8FCF-4815-93AF-AEA84FED58A8}" srcOrd="0" destOrd="0" presId="urn:microsoft.com/office/officeart/2008/layout/LinedList"/>
    <dgm:cxn modelId="{A8053E8B-6D74-4425-BD13-7233970638F2}" type="presParOf" srcId="{A1BBD5A3-EF54-4870-9F20-B95436390F53}" destId="{613D4F07-B32F-49D9-84C8-A926B7AB6761}" srcOrd="1" destOrd="0" presId="urn:microsoft.com/office/officeart/2008/layout/LinedList"/>
    <dgm:cxn modelId="{E628FA4F-9F59-4425-AC01-A2595EBDD013}" type="presParOf" srcId="{613D4F07-B32F-49D9-84C8-A926B7AB6761}" destId="{4137B0B3-4660-44E2-AFD1-5297770CDCD7}" srcOrd="0" destOrd="0" presId="urn:microsoft.com/office/officeart/2008/layout/LinedList"/>
    <dgm:cxn modelId="{006D8C3F-D2BF-47C7-A38E-CFB682E435BA}" type="presParOf" srcId="{613D4F07-B32F-49D9-84C8-A926B7AB6761}" destId="{70731E87-FD9E-4900-BDF1-AD81E03852BE}" srcOrd="1" destOrd="0" presId="urn:microsoft.com/office/officeart/2008/layout/LinedList"/>
    <dgm:cxn modelId="{006CEC39-46F1-4941-AA7B-BBD854EB47D3}" type="presParOf" srcId="{A1BBD5A3-EF54-4870-9F20-B95436390F53}" destId="{CEB7E43E-D073-4142-B74A-FC5436D4A92D}" srcOrd="2" destOrd="0" presId="urn:microsoft.com/office/officeart/2008/layout/LinedList"/>
    <dgm:cxn modelId="{B1328C96-1E16-486F-A7EA-6F1D8AC56FF9}" type="presParOf" srcId="{A1BBD5A3-EF54-4870-9F20-B95436390F53}" destId="{C8C0961D-58C9-4D2D-95B0-548363DB57BE}" srcOrd="3" destOrd="0" presId="urn:microsoft.com/office/officeart/2008/layout/LinedList"/>
    <dgm:cxn modelId="{DCD6A1AA-6612-49CB-8676-092051F7A94A}" type="presParOf" srcId="{C8C0961D-58C9-4D2D-95B0-548363DB57BE}" destId="{F7F49116-240A-4538-AFBC-7C83B47629C5}" srcOrd="0" destOrd="0" presId="urn:microsoft.com/office/officeart/2008/layout/LinedList"/>
    <dgm:cxn modelId="{35347FFE-A668-4BA5-A275-364A5C26CCD4}" type="presParOf" srcId="{C8C0961D-58C9-4D2D-95B0-548363DB57BE}" destId="{4ED5EAB3-064F-40EF-90C1-925BF60EE7D4}" srcOrd="1" destOrd="0" presId="urn:microsoft.com/office/officeart/2008/layout/LinedList"/>
    <dgm:cxn modelId="{14B9216A-5170-44D5-937D-9A48784FEC36}" type="presParOf" srcId="{A1BBD5A3-EF54-4870-9F20-B95436390F53}" destId="{F3406E42-D8B8-43BE-B796-14884E634DC7}" srcOrd="4" destOrd="0" presId="urn:microsoft.com/office/officeart/2008/layout/LinedList"/>
    <dgm:cxn modelId="{56B2EA49-521D-449F-8C87-A0A4277221B0}" type="presParOf" srcId="{A1BBD5A3-EF54-4870-9F20-B95436390F53}" destId="{637C14A5-B915-442B-A868-698F628631C9}" srcOrd="5" destOrd="0" presId="urn:microsoft.com/office/officeart/2008/layout/LinedList"/>
    <dgm:cxn modelId="{B5BBE96C-CD08-4B22-A709-2A4662269D93}" type="presParOf" srcId="{637C14A5-B915-442B-A868-698F628631C9}" destId="{23CCC1D7-FF81-45A6-A3EF-B212E20F9F77}" srcOrd="0" destOrd="0" presId="urn:microsoft.com/office/officeart/2008/layout/LinedList"/>
    <dgm:cxn modelId="{B6874ED4-4E9C-4BD4-84BB-9E4D1E4582CE}" type="presParOf" srcId="{637C14A5-B915-442B-A868-698F628631C9}" destId="{C5ACD519-C737-402F-A2D8-9EE15863B83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57ABBD-3F81-4AD6-AFDE-15C9934843E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7D8581E-A71F-40C9-98CF-CA7B62FD71DA}">
      <dgm:prSet/>
      <dgm:spPr/>
      <dgm:t>
        <a:bodyPr/>
        <a:lstStyle/>
        <a:p>
          <a:pPr rtl="0">
            <a:lnSpc>
              <a:spcPct val="100000"/>
            </a:lnSpc>
            <a:defRPr cap="all"/>
          </a:pPr>
          <a:r>
            <a:rPr lang="en-US"/>
            <a:t>•</a:t>
          </a:r>
          <a:r>
            <a:rPr lang="en-US">
              <a:latin typeface="Calibri Light" panose="020F0302020204030204"/>
            </a:rPr>
            <a:t> </a:t>
          </a:r>
          <a:r>
            <a:rPr lang="en-US"/>
            <a:t> project requirements satisfied</a:t>
          </a:r>
        </a:p>
      </dgm:t>
    </dgm:pt>
    <dgm:pt modelId="{B2FE1F39-12E5-4E74-AC1B-BB25881A64BA}" type="parTrans" cxnId="{32B82D1B-EFAF-40C5-9F53-3AE38D70400F}">
      <dgm:prSet/>
      <dgm:spPr/>
      <dgm:t>
        <a:bodyPr/>
        <a:lstStyle/>
        <a:p>
          <a:endParaRPr lang="en-US"/>
        </a:p>
      </dgm:t>
    </dgm:pt>
    <dgm:pt modelId="{82465F1B-FC03-4308-9D7B-85F0883F3065}" type="sibTrans" cxnId="{32B82D1B-EFAF-40C5-9F53-3AE38D70400F}">
      <dgm:prSet/>
      <dgm:spPr/>
      <dgm:t>
        <a:bodyPr/>
        <a:lstStyle/>
        <a:p>
          <a:endParaRPr lang="en-US"/>
        </a:p>
      </dgm:t>
    </dgm:pt>
    <dgm:pt modelId="{D7302670-1524-4136-AE5E-B66939B74C0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Validated analytical and simulation models</a:t>
          </a:r>
        </a:p>
      </dgm:t>
    </dgm:pt>
    <dgm:pt modelId="{C2D75454-67ED-44C0-87B9-D6B090CEC63E}" type="parTrans" cxnId="{FF80FC68-55AA-40D7-BB33-4D9203D6FB51}">
      <dgm:prSet/>
      <dgm:spPr/>
      <dgm:t>
        <a:bodyPr/>
        <a:lstStyle/>
        <a:p>
          <a:endParaRPr lang="en-US"/>
        </a:p>
      </dgm:t>
    </dgm:pt>
    <dgm:pt modelId="{D8E5F88E-E28B-4B26-80AE-D9D11B7B13A3}" type="sibTrans" cxnId="{FF80FC68-55AA-40D7-BB33-4D9203D6FB51}">
      <dgm:prSet/>
      <dgm:spPr/>
      <dgm:t>
        <a:bodyPr/>
        <a:lstStyle/>
        <a:p>
          <a:endParaRPr lang="en-US"/>
        </a:p>
      </dgm:t>
    </dgm:pt>
    <dgm:pt modelId="{DD5F2E75-619D-4617-A54C-56C705D5E11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Basis for real robot implementation</a:t>
          </a:r>
        </a:p>
      </dgm:t>
    </dgm:pt>
    <dgm:pt modelId="{73D81F47-D6E1-4A29-8B50-B3A4C004A02C}" type="parTrans" cxnId="{FB43AAD0-1C3A-41A8-9400-661D04F772D9}">
      <dgm:prSet/>
      <dgm:spPr/>
      <dgm:t>
        <a:bodyPr/>
        <a:lstStyle/>
        <a:p>
          <a:endParaRPr lang="en-US"/>
        </a:p>
      </dgm:t>
    </dgm:pt>
    <dgm:pt modelId="{DAAA516A-8080-4BCF-B251-451405F0C632}" type="sibTrans" cxnId="{FB43AAD0-1C3A-41A8-9400-661D04F772D9}">
      <dgm:prSet/>
      <dgm:spPr/>
      <dgm:t>
        <a:bodyPr/>
        <a:lstStyle/>
        <a:p>
          <a:endParaRPr lang="en-US"/>
        </a:p>
      </dgm:t>
    </dgm:pt>
    <dgm:pt modelId="{1C8A9556-DA21-426C-8F7F-B0BDF1216A5E}" type="pres">
      <dgm:prSet presAssocID="{4657ABBD-3F81-4AD6-AFDE-15C9934843E5}" presName="root" presStyleCnt="0">
        <dgm:presLayoutVars>
          <dgm:dir/>
          <dgm:resizeHandles val="exact"/>
        </dgm:presLayoutVars>
      </dgm:prSet>
      <dgm:spPr/>
    </dgm:pt>
    <dgm:pt modelId="{14E22129-35A2-4790-9DC1-E35930F7CEC1}" type="pres">
      <dgm:prSet presAssocID="{B7D8581E-A71F-40C9-98CF-CA7B62FD71DA}" presName="compNode" presStyleCnt="0"/>
      <dgm:spPr/>
    </dgm:pt>
    <dgm:pt modelId="{D07310F2-51BC-4380-8B36-1F349847E2A1}" type="pres">
      <dgm:prSet presAssocID="{B7D8581E-A71F-40C9-98CF-CA7B62FD71DA}" presName="iconBgRect" presStyleLbl="bgShp" presStyleIdx="0" presStyleCnt="3"/>
      <dgm:spPr/>
    </dgm:pt>
    <dgm:pt modelId="{3C20FB66-7A8C-453F-9E9E-6FD6B3C16164}" type="pres">
      <dgm:prSet presAssocID="{B7D8581E-A71F-40C9-98CF-CA7B62FD71D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DA50EA2D-5C96-48B7-8710-071E85CB1504}" type="pres">
      <dgm:prSet presAssocID="{B7D8581E-A71F-40C9-98CF-CA7B62FD71DA}" presName="spaceRect" presStyleCnt="0"/>
      <dgm:spPr/>
    </dgm:pt>
    <dgm:pt modelId="{C77901BD-DDB0-4EEA-BC5B-BCDBD1645BC0}" type="pres">
      <dgm:prSet presAssocID="{B7D8581E-A71F-40C9-98CF-CA7B62FD71DA}" presName="textRect" presStyleLbl="revTx" presStyleIdx="0" presStyleCnt="3">
        <dgm:presLayoutVars>
          <dgm:chMax val="1"/>
          <dgm:chPref val="1"/>
        </dgm:presLayoutVars>
      </dgm:prSet>
      <dgm:spPr/>
    </dgm:pt>
    <dgm:pt modelId="{8875807D-E196-4D5E-A2F4-EF3A00C610F8}" type="pres">
      <dgm:prSet presAssocID="{82465F1B-FC03-4308-9D7B-85F0883F3065}" presName="sibTrans" presStyleCnt="0"/>
      <dgm:spPr/>
    </dgm:pt>
    <dgm:pt modelId="{BBC863A4-E9A7-4F3A-8C4B-F5AF1AC31B45}" type="pres">
      <dgm:prSet presAssocID="{D7302670-1524-4136-AE5E-B66939B74C03}" presName="compNode" presStyleCnt="0"/>
      <dgm:spPr/>
    </dgm:pt>
    <dgm:pt modelId="{F98FED05-279B-431C-9655-57B97F5D4818}" type="pres">
      <dgm:prSet presAssocID="{D7302670-1524-4136-AE5E-B66939B74C03}" presName="iconBgRect" presStyleLbl="bgShp" presStyleIdx="1" presStyleCnt="3"/>
      <dgm:spPr/>
    </dgm:pt>
    <dgm:pt modelId="{CEECF4EE-1ECE-4498-B526-F0C153B20522}" type="pres">
      <dgm:prSet presAssocID="{D7302670-1524-4136-AE5E-B66939B74C0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6280DF1-8940-4BD5-9A53-10AF8F5D79F2}" type="pres">
      <dgm:prSet presAssocID="{D7302670-1524-4136-AE5E-B66939B74C03}" presName="spaceRect" presStyleCnt="0"/>
      <dgm:spPr/>
    </dgm:pt>
    <dgm:pt modelId="{B4DBC354-3402-4183-9F74-030E3E715EC0}" type="pres">
      <dgm:prSet presAssocID="{D7302670-1524-4136-AE5E-B66939B74C03}" presName="textRect" presStyleLbl="revTx" presStyleIdx="1" presStyleCnt="3">
        <dgm:presLayoutVars>
          <dgm:chMax val="1"/>
          <dgm:chPref val="1"/>
        </dgm:presLayoutVars>
      </dgm:prSet>
      <dgm:spPr/>
    </dgm:pt>
    <dgm:pt modelId="{B3A73D58-0C00-4A2A-B396-4AE5236C8176}" type="pres">
      <dgm:prSet presAssocID="{D8E5F88E-E28B-4B26-80AE-D9D11B7B13A3}" presName="sibTrans" presStyleCnt="0"/>
      <dgm:spPr/>
    </dgm:pt>
    <dgm:pt modelId="{9555EF9A-89A1-4328-BBA9-0DD91FDE35E9}" type="pres">
      <dgm:prSet presAssocID="{DD5F2E75-619D-4617-A54C-56C705D5E119}" presName="compNode" presStyleCnt="0"/>
      <dgm:spPr/>
    </dgm:pt>
    <dgm:pt modelId="{42E14FC8-A37B-4E93-999E-F7CB7271688B}" type="pres">
      <dgm:prSet presAssocID="{DD5F2E75-619D-4617-A54C-56C705D5E119}" presName="iconBgRect" presStyleLbl="bgShp" presStyleIdx="2" presStyleCnt="3"/>
      <dgm:spPr/>
    </dgm:pt>
    <dgm:pt modelId="{AA02E761-76BF-4AB2-BA8D-B69FDC251593}" type="pres">
      <dgm:prSet presAssocID="{DD5F2E75-619D-4617-A54C-56C705D5E11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720CD4AB-96BB-4454-AE6C-3C079172CAB9}" type="pres">
      <dgm:prSet presAssocID="{DD5F2E75-619D-4617-A54C-56C705D5E119}" presName="spaceRect" presStyleCnt="0"/>
      <dgm:spPr/>
    </dgm:pt>
    <dgm:pt modelId="{F8097A71-B5F6-40FB-AC1F-0EC58CF52394}" type="pres">
      <dgm:prSet presAssocID="{DD5F2E75-619D-4617-A54C-56C705D5E11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8C6F701-2220-483F-BE13-A76A0E95BFE1}" type="presOf" srcId="{D7302670-1524-4136-AE5E-B66939B74C03}" destId="{B4DBC354-3402-4183-9F74-030E3E715EC0}" srcOrd="0" destOrd="0" presId="urn:microsoft.com/office/officeart/2018/5/layout/IconCircleLabelList"/>
    <dgm:cxn modelId="{32B82D1B-EFAF-40C5-9F53-3AE38D70400F}" srcId="{4657ABBD-3F81-4AD6-AFDE-15C9934843E5}" destId="{B7D8581E-A71F-40C9-98CF-CA7B62FD71DA}" srcOrd="0" destOrd="0" parTransId="{B2FE1F39-12E5-4E74-AC1B-BB25881A64BA}" sibTransId="{82465F1B-FC03-4308-9D7B-85F0883F3065}"/>
    <dgm:cxn modelId="{FF80FC68-55AA-40D7-BB33-4D9203D6FB51}" srcId="{4657ABBD-3F81-4AD6-AFDE-15C9934843E5}" destId="{D7302670-1524-4136-AE5E-B66939B74C03}" srcOrd="1" destOrd="0" parTransId="{C2D75454-67ED-44C0-87B9-D6B090CEC63E}" sibTransId="{D8E5F88E-E28B-4B26-80AE-D9D11B7B13A3}"/>
    <dgm:cxn modelId="{38A34C6E-C316-4ABB-9605-7CA3EA0AECAD}" type="presOf" srcId="{DD5F2E75-619D-4617-A54C-56C705D5E119}" destId="{F8097A71-B5F6-40FB-AC1F-0EC58CF52394}" srcOrd="0" destOrd="0" presId="urn:microsoft.com/office/officeart/2018/5/layout/IconCircleLabelList"/>
    <dgm:cxn modelId="{A1E6E96E-6491-42AD-8BDD-A44C0867E3C1}" type="presOf" srcId="{B7D8581E-A71F-40C9-98CF-CA7B62FD71DA}" destId="{C77901BD-DDB0-4EEA-BC5B-BCDBD1645BC0}" srcOrd="0" destOrd="0" presId="urn:microsoft.com/office/officeart/2018/5/layout/IconCircleLabelList"/>
    <dgm:cxn modelId="{FB43AAD0-1C3A-41A8-9400-661D04F772D9}" srcId="{4657ABBD-3F81-4AD6-AFDE-15C9934843E5}" destId="{DD5F2E75-619D-4617-A54C-56C705D5E119}" srcOrd="2" destOrd="0" parTransId="{73D81F47-D6E1-4A29-8B50-B3A4C004A02C}" sibTransId="{DAAA516A-8080-4BCF-B251-451405F0C632}"/>
    <dgm:cxn modelId="{25629DF8-E13E-4A8A-8D7C-87FAA9D3CF7B}" type="presOf" srcId="{4657ABBD-3F81-4AD6-AFDE-15C9934843E5}" destId="{1C8A9556-DA21-426C-8F7F-B0BDF1216A5E}" srcOrd="0" destOrd="0" presId="urn:microsoft.com/office/officeart/2018/5/layout/IconCircleLabelList"/>
    <dgm:cxn modelId="{B1CA1C86-D68B-4F9E-A1F4-87C5AEAD7F1C}" type="presParOf" srcId="{1C8A9556-DA21-426C-8F7F-B0BDF1216A5E}" destId="{14E22129-35A2-4790-9DC1-E35930F7CEC1}" srcOrd="0" destOrd="0" presId="urn:microsoft.com/office/officeart/2018/5/layout/IconCircleLabelList"/>
    <dgm:cxn modelId="{26EA23F2-DEB7-4A4F-BCC1-2C045301DF98}" type="presParOf" srcId="{14E22129-35A2-4790-9DC1-E35930F7CEC1}" destId="{D07310F2-51BC-4380-8B36-1F349847E2A1}" srcOrd="0" destOrd="0" presId="urn:microsoft.com/office/officeart/2018/5/layout/IconCircleLabelList"/>
    <dgm:cxn modelId="{17E7AF7A-68F6-4708-84C6-011720E75937}" type="presParOf" srcId="{14E22129-35A2-4790-9DC1-E35930F7CEC1}" destId="{3C20FB66-7A8C-453F-9E9E-6FD6B3C16164}" srcOrd="1" destOrd="0" presId="urn:microsoft.com/office/officeart/2018/5/layout/IconCircleLabelList"/>
    <dgm:cxn modelId="{9994FCF4-AEB9-4D0D-B845-E239690B75E5}" type="presParOf" srcId="{14E22129-35A2-4790-9DC1-E35930F7CEC1}" destId="{DA50EA2D-5C96-48B7-8710-071E85CB1504}" srcOrd="2" destOrd="0" presId="urn:microsoft.com/office/officeart/2018/5/layout/IconCircleLabelList"/>
    <dgm:cxn modelId="{0C22C964-F4CE-407B-BBB8-8565C9F4063D}" type="presParOf" srcId="{14E22129-35A2-4790-9DC1-E35930F7CEC1}" destId="{C77901BD-DDB0-4EEA-BC5B-BCDBD1645BC0}" srcOrd="3" destOrd="0" presId="urn:microsoft.com/office/officeart/2018/5/layout/IconCircleLabelList"/>
    <dgm:cxn modelId="{57F2390E-5E58-4B60-AEFC-8ED84082EF90}" type="presParOf" srcId="{1C8A9556-DA21-426C-8F7F-B0BDF1216A5E}" destId="{8875807D-E196-4D5E-A2F4-EF3A00C610F8}" srcOrd="1" destOrd="0" presId="urn:microsoft.com/office/officeart/2018/5/layout/IconCircleLabelList"/>
    <dgm:cxn modelId="{7E41EC21-6E63-4F87-B92F-7B613BB4158B}" type="presParOf" srcId="{1C8A9556-DA21-426C-8F7F-B0BDF1216A5E}" destId="{BBC863A4-E9A7-4F3A-8C4B-F5AF1AC31B45}" srcOrd="2" destOrd="0" presId="urn:microsoft.com/office/officeart/2018/5/layout/IconCircleLabelList"/>
    <dgm:cxn modelId="{5418312D-BA2A-479D-9B0E-F9E3064968AD}" type="presParOf" srcId="{BBC863A4-E9A7-4F3A-8C4B-F5AF1AC31B45}" destId="{F98FED05-279B-431C-9655-57B97F5D4818}" srcOrd="0" destOrd="0" presId="urn:microsoft.com/office/officeart/2018/5/layout/IconCircleLabelList"/>
    <dgm:cxn modelId="{BF3018B3-18F4-4A3B-B47B-3B23975BFC3B}" type="presParOf" srcId="{BBC863A4-E9A7-4F3A-8C4B-F5AF1AC31B45}" destId="{CEECF4EE-1ECE-4498-B526-F0C153B20522}" srcOrd="1" destOrd="0" presId="urn:microsoft.com/office/officeart/2018/5/layout/IconCircleLabelList"/>
    <dgm:cxn modelId="{69808C6B-1468-4876-A521-C85CF57FAE1E}" type="presParOf" srcId="{BBC863A4-E9A7-4F3A-8C4B-F5AF1AC31B45}" destId="{16280DF1-8940-4BD5-9A53-10AF8F5D79F2}" srcOrd="2" destOrd="0" presId="urn:microsoft.com/office/officeart/2018/5/layout/IconCircleLabelList"/>
    <dgm:cxn modelId="{5C5CE142-AF65-4091-97D8-F7E8EAE4D893}" type="presParOf" srcId="{BBC863A4-E9A7-4F3A-8C4B-F5AF1AC31B45}" destId="{B4DBC354-3402-4183-9F74-030E3E715EC0}" srcOrd="3" destOrd="0" presId="urn:microsoft.com/office/officeart/2018/5/layout/IconCircleLabelList"/>
    <dgm:cxn modelId="{BB954234-6A60-42E0-BDBF-6631B2798D1C}" type="presParOf" srcId="{1C8A9556-DA21-426C-8F7F-B0BDF1216A5E}" destId="{B3A73D58-0C00-4A2A-B396-4AE5236C8176}" srcOrd="3" destOrd="0" presId="urn:microsoft.com/office/officeart/2018/5/layout/IconCircleLabelList"/>
    <dgm:cxn modelId="{159099BE-FD9B-4C13-9D08-81754D91C7F4}" type="presParOf" srcId="{1C8A9556-DA21-426C-8F7F-B0BDF1216A5E}" destId="{9555EF9A-89A1-4328-BBA9-0DD91FDE35E9}" srcOrd="4" destOrd="0" presId="urn:microsoft.com/office/officeart/2018/5/layout/IconCircleLabelList"/>
    <dgm:cxn modelId="{6CC10B0B-C215-4549-A550-4164F7E6090B}" type="presParOf" srcId="{9555EF9A-89A1-4328-BBA9-0DD91FDE35E9}" destId="{42E14FC8-A37B-4E93-999E-F7CB7271688B}" srcOrd="0" destOrd="0" presId="urn:microsoft.com/office/officeart/2018/5/layout/IconCircleLabelList"/>
    <dgm:cxn modelId="{44B19004-198B-485F-8D8D-55DE3F211E7D}" type="presParOf" srcId="{9555EF9A-89A1-4328-BBA9-0DD91FDE35E9}" destId="{AA02E761-76BF-4AB2-BA8D-B69FDC251593}" srcOrd="1" destOrd="0" presId="urn:microsoft.com/office/officeart/2018/5/layout/IconCircleLabelList"/>
    <dgm:cxn modelId="{8375BFBC-02D0-4583-B0D2-C548EE139BCC}" type="presParOf" srcId="{9555EF9A-89A1-4328-BBA9-0DD91FDE35E9}" destId="{720CD4AB-96BB-4454-AE6C-3C079172CAB9}" srcOrd="2" destOrd="0" presId="urn:microsoft.com/office/officeart/2018/5/layout/IconCircleLabelList"/>
    <dgm:cxn modelId="{63FB1269-0804-41A4-95CA-67C924F358FD}" type="presParOf" srcId="{9555EF9A-89A1-4328-BBA9-0DD91FDE35E9}" destId="{F8097A71-B5F6-40FB-AC1F-0EC58CF5239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C99E06-8FCF-4815-93AF-AEA84FED58A8}">
      <dsp:nvSpPr>
        <dsp:cNvPr id="0" name=""/>
        <dsp:cNvSpPr/>
      </dsp:nvSpPr>
      <dsp:spPr>
        <a:xfrm>
          <a:off x="0" y="1776"/>
          <a:ext cx="30022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137B0B3-4660-44E2-AFD1-5297770CDCD7}">
      <dsp:nvSpPr>
        <dsp:cNvPr id="0" name=""/>
        <dsp:cNvSpPr/>
      </dsp:nvSpPr>
      <dsp:spPr>
        <a:xfrm>
          <a:off x="0" y="1776"/>
          <a:ext cx="3002201" cy="1211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Passive end-effector</a:t>
          </a:r>
        </a:p>
      </dsp:txBody>
      <dsp:txXfrm>
        <a:off x="0" y="1776"/>
        <a:ext cx="3002201" cy="1211460"/>
      </dsp:txXfrm>
    </dsp:sp>
    <dsp:sp modelId="{CEB7E43E-D073-4142-B74A-FC5436D4A92D}">
      <dsp:nvSpPr>
        <dsp:cNvPr id="0" name=""/>
        <dsp:cNvSpPr/>
      </dsp:nvSpPr>
      <dsp:spPr>
        <a:xfrm>
          <a:off x="0" y="1213237"/>
          <a:ext cx="30022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7F49116-240A-4538-AFBC-7C83B47629C5}">
      <dsp:nvSpPr>
        <dsp:cNvPr id="0" name=""/>
        <dsp:cNvSpPr/>
      </dsp:nvSpPr>
      <dsp:spPr>
        <a:xfrm>
          <a:off x="0" y="1213237"/>
          <a:ext cx="3002201" cy="1211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3D-printable design</a:t>
          </a:r>
        </a:p>
      </dsp:txBody>
      <dsp:txXfrm>
        <a:off x="0" y="1213237"/>
        <a:ext cx="3002201" cy="1211460"/>
      </dsp:txXfrm>
    </dsp:sp>
    <dsp:sp modelId="{F3406E42-D8B8-43BE-B796-14884E634DC7}">
      <dsp:nvSpPr>
        <dsp:cNvPr id="0" name=""/>
        <dsp:cNvSpPr/>
      </dsp:nvSpPr>
      <dsp:spPr>
        <a:xfrm>
          <a:off x="0" y="2424697"/>
          <a:ext cx="300220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3CCC1D7-FF81-45A6-A3EF-B212E20F9F77}">
      <dsp:nvSpPr>
        <dsp:cNvPr id="0" name=""/>
        <dsp:cNvSpPr/>
      </dsp:nvSpPr>
      <dsp:spPr>
        <a:xfrm>
          <a:off x="0" y="2424697"/>
          <a:ext cx="3002201" cy="1211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• Suitable for durability tests</a:t>
          </a:r>
        </a:p>
      </dsp:txBody>
      <dsp:txXfrm>
        <a:off x="0" y="2424697"/>
        <a:ext cx="3002201" cy="12114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7310F2-51BC-4380-8B36-1F349847E2A1}">
      <dsp:nvSpPr>
        <dsp:cNvPr id="0" name=""/>
        <dsp:cNvSpPr/>
      </dsp:nvSpPr>
      <dsp:spPr>
        <a:xfrm>
          <a:off x="469284" y="432399"/>
          <a:ext cx="1372500" cy="13725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20FB66-7A8C-453F-9E9E-6FD6B3C16164}">
      <dsp:nvSpPr>
        <dsp:cNvPr id="0" name=""/>
        <dsp:cNvSpPr/>
      </dsp:nvSpPr>
      <dsp:spPr>
        <a:xfrm>
          <a:off x="761784" y="724899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901BD-DDB0-4EEA-BC5B-BCDBD1645BC0}">
      <dsp:nvSpPr>
        <dsp:cNvPr id="0" name=""/>
        <dsp:cNvSpPr/>
      </dsp:nvSpPr>
      <dsp:spPr>
        <a:xfrm>
          <a:off x="30534" y="2232399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</a:t>
          </a:r>
          <a:r>
            <a:rPr lang="en-US" sz="1600" kern="1200">
              <a:latin typeface="Calibri Light" panose="020F0302020204030204"/>
            </a:rPr>
            <a:t> </a:t>
          </a:r>
          <a:r>
            <a:rPr lang="en-US" sz="1600" kern="1200"/>
            <a:t> project requirements satisfied</a:t>
          </a:r>
        </a:p>
      </dsp:txBody>
      <dsp:txXfrm>
        <a:off x="30534" y="2232399"/>
        <a:ext cx="2250000" cy="720000"/>
      </dsp:txXfrm>
    </dsp:sp>
    <dsp:sp modelId="{F98FED05-279B-431C-9655-57B97F5D4818}">
      <dsp:nvSpPr>
        <dsp:cNvPr id="0" name=""/>
        <dsp:cNvSpPr/>
      </dsp:nvSpPr>
      <dsp:spPr>
        <a:xfrm>
          <a:off x="3113034" y="432399"/>
          <a:ext cx="1372500" cy="13725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ECF4EE-1ECE-4498-B526-F0C153B20522}">
      <dsp:nvSpPr>
        <dsp:cNvPr id="0" name=""/>
        <dsp:cNvSpPr/>
      </dsp:nvSpPr>
      <dsp:spPr>
        <a:xfrm>
          <a:off x="3405534" y="724899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DBC354-3402-4183-9F74-030E3E715EC0}">
      <dsp:nvSpPr>
        <dsp:cNvPr id="0" name=""/>
        <dsp:cNvSpPr/>
      </dsp:nvSpPr>
      <dsp:spPr>
        <a:xfrm>
          <a:off x="2674284" y="2232399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Validated analytical and simulation models</a:t>
          </a:r>
        </a:p>
      </dsp:txBody>
      <dsp:txXfrm>
        <a:off x="2674284" y="2232399"/>
        <a:ext cx="2250000" cy="720000"/>
      </dsp:txXfrm>
    </dsp:sp>
    <dsp:sp modelId="{42E14FC8-A37B-4E93-999E-F7CB7271688B}">
      <dsp:nvSpPr>
        <dsp:cNvPr id="0" name=""/>
        <dsp:cNvSpPr/>
      </dsp:nvSpPr>
      <dsp:spPr>
        <a:xfrm>
          <a:off x="5756784" y="432399"/>
          <a:ext cx="1372500" cy="13725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02E761-76BF-4AB2-BA8D-B69FDC251593}">
      <dsp:nvSpPr>
        <dsp:cNvPr id="0" name=""/>
        <dsp:cNvSpPr/>
      </dsp:nvSpPr>
      <dsp:spPr>
        <a:xfrm>
          <a:off x="6049284" y="724899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097A71-B5F6-40FB-AC1F-0EC58CF52394}">
      <dsp:nvSpPr>
        <dsp:cNvPr id="0" name=""/>
        <dsp:cNvSpPr/>
      </dsp:nvSpPr>
      <dsp:spPr>
        <a:xfrm>
          <a:off x="5318034" y="2232399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• Basis for real robot implementation</a:t>
          </a:r>
        </a:p>
      </dsp:txBody>
      <dsp:txXfrm>
        <a:off x="5318034" y="2232399"/>
        <a:ext cx="225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96951-C4BC-4531-9EEA-F7AF02841F4C}" type="datetimeFigureOut">
              <a:rPr lang="it-IT" smtClean="0"/>
              <a:t>17/12/2025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191152-3D00-4C83-8047-B2DB83E9D26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365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91152-3D00-4C83-8047-B2DB83E9D263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0311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27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83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89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65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4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42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651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07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45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078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73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9747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3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7914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949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0058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36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342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  <p:sldLayoutId id="2147483890" r:id="rId14"/>
    <p:sldLayoutId id="2147483891" r:id="rId15"/>
    <p:sldLayoutId id="2147483892" r:id="rId16"/>
    <p:sldLayoutId id="214748389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3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4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Project of Applied Robotics Technologies – AA 2025–2026</a:t>
            </a:r>
            <a:endParaRPr lang="en-US" b="1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05403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sz="3200" b="1" dirty="0"/>
              <a:t>Mechanical Design, Kinematic and Dynamic Analysis of a 4-DOF Robot</a:t>
            </a:r>
            <a:endParaRPr lang="en-US" sz="3200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Student</a:t>
            </a:r>
            <a:r>
              <a:rPr lang="it-IT" dirty="0"/>
              <a:t>s</a:t>
            </a:r>
            <a:r>
              <a:rPr dirty="0"/>
              <a:t>:</a:t>
            </a:r>
            <a:r>
              <a:rPr lang="it-IT"/>
              <a:t> </a:t>
            </a:r>
            <a:r>
              <a:rPr lang="it-IT" b="1"/>
              <a:t>CHANDHAVATH DEEPAK ABHINAV(n.549976), ITENDI ALBAN LANDRY(n.564940), CAMPANI EMILIA(n.545149), N'GUESSAN PAUL-HENRI PAHALIAH(n.564858)</a:t>
            </a:r>
            <a:endParaRPr lang="it-IT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it-IT" dirty="0"/>
              <a:t>  </a:t>
            </a:r>
          </a:p>
          <a:p>
            <a:pPr marL="0" indent="0">
              <a:buNone/>
            </a:pPr>
            <a:r>
              <a:rPr dirty="0"/>
              <a:t>Professor: </a:t>
            </a:r>
            <a:r>
              <a:rPr b="1" dirty="0"/>
              <a:t>Hermes Giberti</a:t>
            </a:r>
            <a:endParaRPr b="1" dirty="0">
              <a:ea typeface="Calibri"/>
              <a:cs typeface="Calibri"/>
            </a:endParaRPr>
          </a:p>
        </p:txBody>
      </p:sp>
      <p:pic>
        <p:nvPicPr>
          <p:cNvPr id="6" name="Picture 5" descr="A black logo with text&#10;&#10;AI-generated content may be incorrect.">
            <a:extLst>
              <a:ext uri="{FF2B5EF4-FFF2-40B4-BE49-F238E27FC236}">
                <a16:creationId xmlns:a16="http://schemas.microsoft.com/office/drawing/2014/main" id="{CB9E5A21-EE54-1677-DA02-A0BE48AD7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208" y="3877"/>
            <a:ext cx="776156" cy="963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92907"/>
            <a:ext cx="7772400" cy="262903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3000">
                <a:latin typeface="Calibri"/>
                <a:ea typeface="+mn-lt"/>
                <a:cs typeface="Calibri"/>
              </a:rPr>
              <a:t>•</a:t>
            </a:r>
            <a:r>
              <a:rPr lang="en-US" sz="3000">
                <a:ea typeface="+mn-lt"/>
                <a:cs typeface="+mn-lt"/>
              </a:rPr>
              <a:t> Design of a 4-DOF anthropomorphic robot</a:t>
            </a:r>
            <a:endParaRPr lang="en-US"/>
          </a:p>
          <a:p>
            <a:pPr>
              <a:buNone/>
            </a:pPr>
            <a:r>
              <a:rPr lang="en-US" sz="3000">
                <a:latin typeface="Calibri"/>
                <a:ea typeface="+mn-lt"/>
                <a:cs typeface="Calibri"/>
              </a:rPr>
              <a:t>•</a:t>
            </a:r>
            <a:r>
              <a:rPr lang="en-US" sz="3000">
                <a:ea typeface="+mn-lt"/>
                <a:cs typeface="+mn-lt"/>
              </a:rPr>
              <a:t> Kinematic and dynamic modeling in MATLAB</a:t>
            </a:r>
            <a:endParaRPr lang="en-US"/>
          </a:p>
          <a:p>
            <a:pPr>
              <a:buNone/>
            </a:pPr>
            <a:r>
              <a:rPr lang="en-US" sz="3000">
                <a:latin typeface="Calibri"/>
                <a:ea typeface="+mn-lt"/>
                <a:cs typeface="Calibri"/>
              </a:rPr>
              <a:t>•</a:t>
            </a:r>
            <a:r>
              <a:rPr lang="en-US" sz="3000">
                <a:ea typeface="+mn-lt"/>
                <a:cs typeface="+mn-lt"/>
              </a:rPr>
              <a:t> Trajectory planning and workspace analysis</a:t>
            </a:r>
            <a:endParaRPr lang="en-US"/>
          </a:p>
          <a:p>
            <a:pPr>
              <a:buNone/>
            </a:pPr>
            <a:r>
              <a:rPr lang="en-US" sz="3000">
                <a:latin typeface="Calibri"/>
                <a:ea typeface="+mn-lt"/>
                <a:cs typeface="Calibri"/>
              </a:rPr>
              <a:t>•</a:t>
            </a:r>
            <a:r>
              <a:rPr lang="en-US" sz="3000">
                <a:ea typeface="+mn-lt"/>
                <a:cs typeface="+mn-lt"/>
              </a:rPr>
              <a:t> Validation using </a:t>
            </a:r>
            <a:r>
              <a:rPr lang="en-US" sz="3000" err="1">
                <a:ea typeface="+mn-lt"/>
                <a:cs typeface="+mn-lt"/>
              </a:rPr>
              <a:t>Simscape</a:t>
            </a:r>
            <a:r>
              <a:rPr lang="en-US" sz="3000">
                <a:ea typeface="+mn-lt"/>
                <a:cs typeface="+mn-lt"/>
              </a:rPr>
              <a:t> Multibody</a:t>
            </a:r>
            <a:endParaRPr lang="en-US"/>
          </a:p>
          <a:p>
            <a:pPr marL="0" indent="0">
              <a:buNone/>
            </a:pPr>
            <a:endParaRPr lang="en-US" sz="2800">
              <a:ea typeface="+mn-lt"/>
              <a:cs typeface="+mn-lt"/>
            </a:endParaRPr>
          </a:p>
        </p:txBody>
      </p:sp>
      <p:pic>
        <p:nvPicPr>
          <p:cNvPr id="5" name="Picture 4" descr="A black logo with text&#10;&#10;AI-generated content may be incorrect.">
            <a:extLst>
              <a:ext uri="{FF2B5EF4-FFF2-40B4-BE49-F238E27FC236}">
                <a16:creationId xmlns:a16="http://schemas.microsoft.com/office/drawing/2014/main" id="{11C1AB0C-F420-6561-0286-FF83702DD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208" y="3877"/>
            <a:ext cx="776156" cy="963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31" y="808055"/>
            <a:ext cx="2984404" cy="1453363"/>
          </a:xfrm>
        </p:spPr>
        <p:txBody>
          <a:bodyPr>
            <a:normAutofit/>
          </a:bodyPr>
          <a:lstStyle/>
          <a:p>
            <a:r>
              <a:rPr lang="it-IT" b="1" err="1"/>
              <a:t>Robotic</a:t>
            </a:r>
            <a:r>
              <a:rPr lang="it-IT" b="1"/>
              <a:t> Task</a:t>
            </a:r>
            <a:endParaRPr lang="it-IT" b="1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33" y="2261420"/>
            <a:ext cx="3002202" cy="36379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• Visor opening and closing task</a:t>
            </a:r>
            <a:endParaRPr lang="en-US" sz="24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/>
              <a:t>• Trajectory A–B–C–B–A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• Secondary trajectory A–D–E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• Payload: 0.5 kg</a:t>
            </a:r>
            <a:endParaRPr lang="en-US" sz="24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Immagine 4" descr="Immagine che contiene diagramm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E18DFEDD-F3F0-3054-8C97-2FE27AD272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39" r="2" b="2"/>
          <a:stretch>
            <a:fillRect/>
          </a:stretch>
        </p:blipFill>
        <p:spPr>
          <a:xfrm>
            <a:off x="3967314" y="1352342"/>
            <a:ext cx="4571694" cy="399108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 descr="A black logo with text&#10;&#10;AI-generated content may be incorrect.">
            <a:extLst>
              <a:ext uri="{FF2B5EF4-FFF2-40B4-BE49-F238E27FC236}">
                <a16:creationId xmlns:a16="http://schemas.microsoft.com/office/drawing/2014/main" id="{DE6C89FC-03E6-F715-52D2-30DEA9BAB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208" y="3877"/>
            <a:ext cx="776156" cy="963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31" y="808055"/>
            <a:ext cx="2984404" cy="1453363"/>
          </a:xfrm>
        </p:spPr>
        <p:txBody>
          <a:bodyPr>
            <a:normAutofit/>
          </a:bodyPr>
          <a:lstStyle/>
          <a:p>
            <a:r>
              <a:rPr lang="en-US" b="1"/>
              <a:t>Robot Mechanical Structure</a:t>
            </a:r>
            <a:endParaRPr lang="en-US" b="1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33" y="2261420"/>
            <a:ext cx="3002202" cy="363793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/>
              <a:t>• Serial 4-DOF anthropomorphic manipulator</a:t>
            </a:r>
            <a:endParaRPr lang="en-US" sz="24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/>
              <a:t>• Free choice of link lengths and joint limits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• Design optimized for task reachability</a:t>
            </a:r>
            <a:endParaRPr lang="en-US" sz="24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 descr="A diagram of a mechanical arm&#10;&#10;AI-generated content may be incorrect.">
            <a:extLst>
              <a:ext uri="{FF2B5EF4-FFF2-40B4-BE49-F238E27FC236}">
                <a16:creationId xmlns:a16="http://schemas.microsoft.com/office/drawing/2014/main" id="{4941E342-59B8-FE27-B313-38A706356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314" y="1410526"/>
            <a:ext cx="4571694" cy="3874717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 descr="A black logo with text&#10;&#10;AI-generated content may be incorrect.">
            <a:extLst>
              <a:ext uri="{FF2B5EF4-FFF2-40B4-BE49-F238E27FC236}">
                <a16:creationId xmlns:a16="http://schemas.microsoft.com/office/drawing/2014/main" id="{C194112D-8B58-E22D-2AE3-8D118BDA5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208" y="3877"/>
            <a:ext cx="776156" cy="963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488" y="643465"/>
            <a:ext cx="2809568" cy="5571072"/>
          </a:xfrm>
        </p:spPr>
        <p:txBody>
          <a:bodyPr>
            <a:normAutofit/>
          </a:bodyPr>
          <a:lstStyle/>
          <a:p>
            <a:r>
              <a:rPr lang="it-IT" b="1" err="1"/>
              <a:t>Kinematic</a:t>
            </a:r>
            <a:r>
              <a:rPr lang="it-IT" b="1"/>
              <a:t> </a:t>
            </a:r>
            <a:r>
              <a:rPr lang="it-IT" b="1" err="1"/>
              <a:t>Modeling</a:t>
            </a:r>
            <a:endParaRPr lang="it-IT" b="1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2237" y="643464"/>
            <a:ext cx="5302156" cy="37442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/>
              <a:t>• </a:t>
            </a:r>
            <a:r>
              <a:rPr lang="it-IT" sz="2400" err="1"/>
              <a:t>Forward</a:t>
            </a:r>
            <a:r>
              <a:rPr lang="it-IT" sz="2400"/>
              <a:t> </a:t>
            </a:r>
            <a:r>
              <a:rPr lang="it-IT" sz="2400" err="1"/>
              <a:t>kinematics</a:t>
            </a:r>
            <a:r>
              <a:rPr lang="it-IT" sz="2400"/>
              <a:t>: </a:t>
            </a:r>
            <a:r>
              <a:rPr lang="it-IT" sz="2400" err="1"/>
              <a:t>ANTHROPOdir.m</a:t>
            </a:r>
            <a:endParaRPr lang="it-IT"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it-IT" sz="2400"/>
              <a:t>• Inverse </a:t>
            </a:r>
            <a:r>
              <a:rPr lang="it-IT" sz="2400" err="1"/>
              <a:t>kinematics</a:t>
            </a:r>
            <a:r>
              <a:rPr lang="it-IT" sz="2400"/>
              <a:t>: ANTHROPOinv4lM1T5.m, • Joint positions: </a:t>
            </a:r>
            <a:r>
              <a:rPr lang="it-IT" sz="2400" err="1"/>
              <a:t>calculate_joint_positions_ANTHROPO.m</a:t>
            </a:r>
            <a:endParaRPr lang="it-IT" sz="24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FA936-319B-B06E-ED0B-1030FE276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239" y="4384683"/>
            <a:ext cx="5129161" cy="1102769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 descr="A black logo with text&#10;&#10;AI-generated content may be incorrect.">
            <a:extLst>
              <a:ext uri="{FF2B5EF4-FFF2-40B4-BE49-F238E27FC236}">
                <a16:creationId xmlns:a16="http://schemas.microsoft.com/office/drawing/2014/main" id="{18A62AA6-8001-7BD3-EB1A-0EAC5B129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208" y="3877"/>
            <a:ext cx="776156" cy="963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441" y="1030288"/>
            <a:ext cx="3074960" cy="1035579"/>
          </a:xfrm>
        </p:spPr>
        <p:txBody>
          <a:bodyPr>
            <a:normAutofit/>
          </a:bodyPr>
          <a:lstStyle/>
          <a:p>
            <a:r>
              <a:rPr lang="en-US" b="1"/>
              <a:t>Jacobian and Workspace</a:t>
            </a:r>
            <a:endParaRPr lang="en-US" b="1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5441" y="2722834"/>
            <a:ext cx="3074960" cy="247524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•</a:t>
            </a:r>
            <a:r>
              <a:rPr lang="en-US" sz="2400"/>
              <a:t> Jacobian: </a:t>
            </a:r>
            <a:r>
              <a:rPr lang="en-US" sz="2400" err="1"/>
              <a:t>ANTHROPOJac.m</a:t>
            </a:r>
            <a:r>
              <a:rPr lang="en-US" sz="2400"/>
              <a:t>, </a:t>
            </a:r>
            <a:r>
              <a:rPr lang="en-US" sz="2400" err="1"/>
              <a:t>ANTHROPOJp.m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• Workspace mapping: </a:t>
            </a:r>
            <a:r>
              <a:rPr lang="en-US" sz="2400" err="1"/>
              <a:t>ANTHROPOworkspace.m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• Kinematic quality evaluation</a:t>
            </a:r>
            <a:endParaRPr lang="en-US" sz="24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Immagine 4" descr="Immagine che contiene schermata, testo, diagramma, Policromia&#10;&#10;Il contenuto generato dall'IA potrebbe non essere corretto.">
            <a:extLst>
              <a:ext uri="{FF2B5EF4-FFF2-40B4-BE49-F238E27FC236}">
                <a16:creationId xmlns:a16="http://schemas.microsoft.com/office/drawing/2014/main" id="{16FA2982-7AE2-F77B-26D4-037FEAD336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642" b="13732"/>
          <a:stretch>
            <a:fillRect/>
          </a:stretch>
        </p:blipFill>
        <p:spPr>
          <a:xfrm>
            <a:off x="4756281" y="1027452"/>
            <a:ext cx="2693681" cy="2454116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magine 6" descr="Immagine che contiene schermata, testo, cerchio, diagramma&#10;&#10;Il contenuto generato dall'IA potrebbe non essere corretto.">
            <a:extLst>
              <a:ext uri="{FF2B5EF4-FFF2-40B4-BE49-F238E27FC236}">
                <a16:creationId xmlns:a16="http://schemas.microsoft.com/office/drawing/2014/main" id="{46627626-82EE-550F-26AD-A2E54ED251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8" b="11744"/>
          <a:stretch>
            <a:fillRect/>
          </a:stretch>
        </p:blipFill>
        <p:spPr>
          <a:xfrm>
            <a:off x="4756254" y="3654505"/>
            <a:ext cx="2684909" cy="2445289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 descr="A black logo with text&#10;&#10;AI-generated content may be incorrect.">
            <a:extLst>
              <a:ext uri="{FF2B5EF4-FFF2-40B4-BE49-F238E27FC236}">
                <a16:creationId xmlns:a16="http://schemas.microsoft.com/office/drawing/2014/main" id="{BF5E2B47-1336-6B05-AB3D-76C2167E2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208" y="3877"/>
            <a:ext cx="776156" cy="963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441" y="1030288"/>
            <a:ext cx="3074960" cy="1035579"/>
          </a:xfrm>
        </p:spPr>
        <p:txBody>
          <a:bodyPr>
            <a:normAutofit/>
          </a:bodyPr>
          <a:lstStyle/>
          <a:p>
            <a:r>
              <a:rPr lang="en-US" b="1"/>
              <a:t>Trajectory Planning</a:t>
            </a:r>
            <a:endParaRPr lang="en-US" b="1">
              <a:ea typeface="Calibri Light"/>
              <a:cs typeface="Calibri Light"/>
            </a:endParaRPr>
          </a:p>
        </p:txBody>
      </p:sp>
      <p:sp>
        <p:nvSpPr>
          <p:cNvPr id="73" name="Content Placeholder 2"/>
          <p:cNvSpPr>
            <a:spLocks noGrp="1"/>
          </p:cNvSpPr>
          <p:nvPr>
            <p:ph idx="1"/>
          </p:nvPr>
        </p:nvSpPr>
        <p:spPr>
          <a:xfrm>
            <a:off x="995441" y="2142067"/>
            <a:ext cx="3074960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• Lines and parabolas: </a:t>
            </a:r>
            <a:r>
              <a:rPr lang="en-US" sz="2400" err="1"/>
              <a:t>LinesParabolas_mainAB_BC.m</a:t>
            </a:r>
            <a:endParaRPr lang="en-US" sz="24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/>
              <a:t>• Boundary conditions: </a:t>
            </a:r>
            <a:r>
              <a:rPr lang="en-US" sz="2400" err="1"/>
              <a:t>Limit_case.m</a:t>
            </a:r>
            <a:endParaRPr lang="en-US" sz="2400">
              <a:ea typeface="Calibri"/>
              <a:cs typeface="Calibri"/>
            </a:endParaRPr>
          </a:p>
        </p:txBody>
      </p:sp>
      <p:pic>
        <p:nvPicPr>
          <p:cNvPr id="5" name="Immagine 4" descr="Immagine che contiene schermata, diagramma, Modellazione 3D&#10;&#10;Il contenuto generato dall'IA potrebbe non essere corretto.">
            <a:extLst>
              <a:ext uri="{FF2B5EF4-FFF2-40B4-BE49-F238E27FC236}">
                <a16:creationId xmlns:a16="http://schemas.microsoft.com/office/drawing/2014/main" id="{037F57D5-4186-65E3-91C0-00897B4EA5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787" r="-2" b="1058"/>
          <a:stretch>
            <a:fillRect/>
          </a:stretch>
        </p:blipFill>
        <p:spPr>
          <a:xfrm>
            <a:off x="4693316" y="1110616"/>
            <a:ext cx="3410971" cy="2067133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magine 6" descr="Immagine che contiene schermata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C5CF6AAB-BC6C-5F3F-57DE-7A953AF6BC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47" b="3"/>
          <a:stretch>
            <a:fillRect/>
          </a:stretch>
        </p:blipFill>
        <p:spPr>
          <a:xfrm>
            <a:off x="4560922" y="3630597"/>
            <a:ext cx="3569844" cy="2104750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8" name="Picture 77" descr="A black logo with text&#10;&#10;AI-generated content may be incorrect.">
            <a:extLst>
              <a:ext uri="{FF2B5EF4-FFF2-40B4-BE49-F238E27FC236}">
                <a16:creationId xmlns:a16="http://schemas.microsoft.com/office/drawing/2014/main" id="{71DBE878-DE80-EFC6-156A-62CB88B6E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208" y="3877"/>
            <a:ext cx="776156" cy="963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60ADC-59E9-1B78-8083-A2F46EBDE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6FD08-7FE7-E6B1-C8B8-977310A52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7507" y="5891"/>
            <a:ext cx="3607210" cy="1060700"/>
          </a:xfrm>
        </p:spPr>
        <p:txBody>
          <a:bodyPr/>
          <a:lstStyle/>
          <a:p>
            <a:r>
              <a:rPr b="1"/>
              <a:t>Trajectory Planning</a:t>
            </a:r>
            <a:endParaRPr lang="en-US" b="1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024AC-D7A7-27FA-8F6F-DDBAADF26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0" y="934283"/>
            <a:ext cx="7429499" cy="1009908"/>
          </a:xfrm>
        </p:spPr>
        <p:txBody>
          <a:bodyPr/>
          <a:lstStyle/>
          <a:p>
            <a:pPr marL="0" indent="0">
              <a:buNone/>
            </a:pPr>
            <a:r>
              <a:t>• </a:t>
            </a:r>
            <a:r>
              <a:rPr sz="2400"/>
              <a:t>Lines and parabolas: </a:t>
            </a:r>
            <a:r>
              <a:rPr lang="en-US" sz="2400" err="1"/>
              <a:t>LinesParabolas</a:t>
            </a:r>
            <a:r>
              <a:rPr sz="2400" err="1"/>
              <a:t>_mainAB_BC.m</a:t>
            </a:r>
            <a:endParaRPr lang="en-US" sz="2400" err="1">
              <a:ea typeface="Calibri"/>
              <a:cs typeface="Calibri"/>
            </a:endParaRPr>
          </a:p>
        </p:txBody>
      </p:sp>
      <p:pic>
        <p:nvPicPr>
          <p:cNvPr id="6" name="Immagine 5" descr="Immagine che contiene schermata, testo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63F58DC3-34FA-6ADA-1872-BD55661F1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409" y="3078777"/>
            <a:ext cx="3268073" cy="2917366"/>
          </a:xfrm>
          <a:prstGeom prst="rect">
            <a:avLst/>
          </a:prstGeom>
        </p:spPr>
      </p:pic>
      <p:pic>
        <p:nvPicPr>
          <p:cNvPr id="13" name="Immagine 12" descr="Immagine che contiene schermata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6DACF889-17A1-B99F-302F-90DDD2277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741" y="2894423"/>
            <a:ext cx="1709143" cy="3103036"/>
          </a:xfrm>
          <a:prstGeom prst="rect">
            <a:avLst/>
          </a:prstGeom>
        </p:spPr>
      </p:pic>
      <p:graphicFrame>
        <p:nvGraphicFramePr>
          <p:cNvPr id="14" name="Tabella 13">
            <a:extLst>
              <a:ext uri="{FF2B5EF4-FFF2-40B4-BE49-F238E27FC236}">
                <a16:creationId xmlns:a16="http://schemas.microsoft.com/office/drawing/2014/main" id="{60DFE6CD-0030-A2C2-056A-40856FCFA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393097"/>
              </p:ext>
            </p:extLst>
          </p:nvPr>
        </p:nvGraphicFramePr>
        <p:xfrm>
          <a:off x="1108312" y="2072510"/>
          <a:ext cx="7885375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28458">
                  <a:extLst>
                    <a:ext uri="{9D8B030D-6E8A-4147-A177-3AD203B41FA5}">
                      <a16:colId xmlns:a16="http://schemas.microsoft.com/office/drawing/2014/main" val="4230869608"/>
                    </a:ext>
                  </a:extLst>
                </a:gridCol>
                <a:gridCol w="1001219">
                  <a:extLst>
                    <a:ext uri="{9D8B030D-6E8A-4147-A177-3AD203B41FA5}">
                      <a16:colId xmlns:a16="http://schemas.microsoft.com/office/drawing/2014/main" val="1659004411"/>
                    </a:ext>
                  </a:extLst>
                </a:gridCol>
                <a:gridCol w="4255698">
                  <a:extLst>
                    <a:ext uri="{9D8B030D-6E8A-4147-A177-3AD203B41FA5}">
                      <a16:colId xmlns:a16="http://schemas.microsoft.com/office/drawing/2014/main" val="647261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Matlab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Vs</a:t>
                      </a:r>
                    </a:p>
                    <a:p>
                      <a:endParaRPr lang="it-IT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4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Simscape</a:t>
                      </a:r>
                      <a:r>
                        <a:rPr lang="it-IT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24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Multibody</a:t>
                      </a:r>
                      <a:r>
                        <a:rPr lang="it-IT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(direct)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7225189"/>
                  </a:ext>
                </a:extLst>
              </a:tr>
            </a:tbl>
          </a:graphicData>
        </a:graphic>
      </p:graphicFrame>
      <p:pic>
        <p:nvPicPr>
          <p:cNvPr id="5" name="Picture 4" descr="A black logo with text&#10;&#10;AI-generated content may be incorrect.">
            <a:extLst>
              <a:ext uri="{FF2B5EF4-FFF2-40B4-BE49-F238E27FC236}">
                <a16:creationId xmlns:a16="http://schemas.microsoft.com/office/drawing/2014/main" id="{74486552-306E-3738-55B0-250D5316F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208" y="3877"/>
            <a:ext cx="776156" cy="963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2927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23973-A284-F47D-ECF8-9A1713525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72DA-F9D6-6B80-3D46-1FE6C282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1930" y="-22445"/>
            <a:ext cx="3656370" cy="1404828"/>
          </a:xfrm>
        </p:spPr>
        <p:txBody>
          <a:bodyPr/>
          <a:lstStyle/>
          <a:p>
            <a:r>
              <a:rPr b="1"/>
              <a:t>Trajectory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FEC4B-0B8F-3F20-B30C-2895335C4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067" y="1229065"/>
            <a:ext cx="7429499" cy="813263"/>
          </a:xfrm>
        </p:spPr>
        <p:txBody>
          <a:bodyPr/>
          <a:lstStyle/>
          <a:p>
            <a:pPr marL="0" indent="0">
              <a:buNone/>
            </a:pPr>
            <a:r>
              <a:t>•</a:t>
            </a:r>
            <a:r>
              <a:rPr sz="2400"/>
              <a:t> Lines and parabolas: </a:t>
            </a:r>
            <a:r>
              <a:rPr lang="en-US" sz="2400" err="1"/>
              <a:t>LinesParabolas</a:t>
            </a:r>
            <a:r>
              <a:rPr sz="2400" err="1"/>
              <a:t>_mainAB_BC.m</a:t>
            </a:r>
            <a:endParaRPr lang="en-US" sz="2400" err="1">
              <a:ea typeface="Calibri" panose="020F0502020204030204"/>
              <a:cs typeface="Calibri" panose="020F0502020204030204"/>
            </a:endParaRPr>
          </a:p>
        </p:txBody>
      </p:sp>
      <p:graphicFrame>
        <p:nvGraphicFramePr>
          <p:cNvPr id="14" name="Tabella 13">
            <a:extLst>
              <a:ext uri="{FF2B5EF4-FFF2-40B4-BE49-F238E27FC236}">
                <a16:creationId xmlns:a16="http://schemas.microsoft.com/office/drawing/2014/main" id="{D932C52F-F9AF-C59D-7C5D-76A000085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820002"/>
              </p:ext>
            </p:extLst>
          </p:nvPr>
        </p:nvGraphicFramePr>
        <p:xfrm>
          <a:off x="460076" y="2042651"/>
          <a:ext cx="854590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8634">
                  <a:extLst>
                    <a:ext uri="{9D8B030D-6E8A-4147-A177-3AD203B41FA5}">
                      <a16:colId xmlns:a16="http://schemas.microsoft.com/office/drawing/2014/main" val="4230869608"/>
                    </a:ext>
                  </a:extLst>
                </a:gridCol>
                <a:gridCol w="2016664">
                  <a:extLst>
                    <a:ext uri="{9D8B030D-6E8A-4147-A177-3AD203B41FA5}">
                      <a16:colId xmlns:a16="http://schemas.microsoft.com/office/drawing/2014/main" val="1659004411"/>
                    </a:ext>
                  </a:extLst>
                </a:gridCol>
                <a:gridCol w="3680604">
                  <a:extLst>
                    <a:ext uri="{9D8B030D-6E8A-4147-A177-3AD203B41FA5}">
                      <a16:colId xmlns:a16="http://schemas.microsoft.com/office/drawing/2014/main" val="647261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Matlab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Vs</a:t>
                      </a:r>
                    </a:p>
                    <a:p>
                      <a:endParaRPr lang="it-IT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4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Simscape</a:t>
                      </a:r>
                      <a:r>
                        <a:rPr lang="it-IT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24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Multibody</a:t>
                      </a:r>
                      <a:r>
                        <a:rPr lang="it-IT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(direct)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7225189"/>
                  </a:ext>
                </a:extLst>
              </a:tr>
            </a:tbl>
          </a:graphicData>
        </a:graphic>
      </p:graphicFrame>
      <p:pic>
        <p:nvPicPr>
          <p:cNvPr id="15" name="Immagine 14" descr="Immagine che contiene schermata, diagramma, testo, linea&#10;&#10;Il contenuto generato dall'IA potrebbe non essere corretto.">
            <a:extLst>
              <a:ext uri="{FF2B5EF4-FFF2-40B4-BE49-F238E27FC236}">
                <a16:creationId xmlns:a16="http://schemas.microsoft.com/office/drawing/2014/main" id="{77FE8EB2-C8FE-6895-5C97-C3B6EF353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634" y="3185159"/>
            <a:ext cx="3183395" cy="2871452"/>
          </a:xfrm>
          <a:prstGeom prst="rect">
            <a:avLst/>
          </a:prstGeom>
        </p:spPr>
      </p:pic>
      <p:pic>
        <p:nvPicPr>
          <p:cNvPr id="17" name="Immagine 16" descr="Immagine che contiene schermata, diagramm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129998D9-3515-982C-2189-70236C251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778" y="2864915"/>
            <a:ext cx="2781079" cy="3197077"/>
          </a:xfrm>
          <a:prstGeom prst="rect">
            <a:avLst/>
          </a:prstGeom>
        </p:spPr>
      </p:pic>
      <p:pic>
        <p:nvPicPr>
          <p:cNvPr id="5" name="Picture 4" descr="A black logo with text&#10;&#10;AI-generated content may be incorrect.">
            <a:extLst>
              <a:ext uri="{FF2B5EF4-FFF2-40B4-BE49-F238E27FC236}">
                <a16:creationId xmlns:a16="http://schemas.microsoft.com/office/drawing/2014/main" id="{75AE5763-27D6-D40F-D395-EC066B2A2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208" y="3877"/>
            <a:ext cx="776156" cy="963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6842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EB26A-0217-0017-95B3-07CD95E10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7E6E5-04E8-BD9E-87C0-377735762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9640" y="2136"/>
            <a:ext cx="3680951" cy="1404828"/>
          </a:xfrm>
        </p:spPr>
        <p:txBody>
          <a:bodyPr/>
          <a:lstStyle/>
          <a:p>
            <a:r>
              <a:rPr b="1"/>
              <a:t>Trajectory Planning</a:t>
            </a:r>
            <a:endParaRPr lang="en-US" b="1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2953D-910A-2949-FC82-37AE4C0BD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76" y="1216774"/>
            <a:ext cx="7404919" cy="493715"/>
          </a:xfrm>
        </p:spPr>
        <p:txBody>
          <a:bodyPr/>
          <a:lstStyle/>
          <a:p>
            <a:pPr marL="0" indent="0">
              <a:buNone/>
            </a:pPr>
            <a:r>
              <a:t>• </a:t>
            </a:r>
            <a:r>
              <a:rPr sz="2400"/>
              <a:t>Lines and parabolas: </a:t>
            </a:r>
            <a:r>
              <a:rPr lang="en-US" sz="2400" err="1"/>
              <a:t>LinesParabolas</a:t>
            </a:r>
            <a:r>
              <a:rPr sz="2400" err="1"/>
              <a:t>_mainAB_BC.m</a:t>
            </a:r>
            <a:endParaRPr lang="en-US" sz="2400"/>
          </a:p>
        </p:txBody>
      </p:sp>
      <p:graphicFrame>
        <p:nvGraphicFramePr>
          <p:cNvPr id="14" name="Tabella 13">
            <a:extLst>
              <a:ext uri="{FF2B5EF4-FFF2-40B4-BE49-F238E27FC236}">
                <a16:creationId xmlns:a16="http://schemas.microsoft.com/office/drawing/2014/main" id="{656FFE61-8B67-0FD3-BBF7-578FFE570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778039"/>
              </p:ext>
            </p:extLst>
          </p:nvPr>
        </p:nvGraphicFramePr>
        <p:xfrm>
          <a:off x="460076" y="2177845"/>
          <a:ext cx="854590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8634">
                  <a:extLst>
                    <a:ext uri="{9D8B030D-6E8A-4147-A177-3AD203B41FA5}">
                      <a16:colId xmlns:a16="http://schemas.microsoft.com/office/drawing/2014/main" val="4230869608"/>
                    </a:ext>
                  </a:extLst>
                </a:gridCol>
                <a:gridCol w="2016664">
                  <a:extLst>
                    <a:ext uri="{9D8B030D-6E8A-4147-A177-3AD203B41FA5}">
                      <a16:colId xmlns:a16="http://schemas.microsoft.com/office/drawing/2014/main" val="1659004411"/>
                    </a:ext>
                  </a:extLst>
                </a:gridCol>
                <a:gridCol w="3680604">
                  <a:extLst>
                    <a:ext uri="{9D8B030D-6E8A-4147-A177-3AD203B41FA5}">
                      <a16:colId xmlns:a16="http://schemas.microsoft.com/office/drawing/2014/main" val="647261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Matlab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Vs</a:t>
                      </a:r>
                    </a:p>
                    <a:p>
                      <a:endParaRPr lang="it-IT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4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Simscape</a:t>
                      </a:r>
                      <a:r>
                        <a:rPr lang="it-IT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24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Multibody</a:t>
                      </a:r>
                      <a:r>
                        <a:rPr lang="it-IT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it-IT" sz="24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direct</a:t>
                      </a:r>
                      <a:r>
                        <a:rPr lang="it-IT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7225189"/>
                  </a:ext>
                </a:extLst>
              </a:tr>
            </a:tbl>
          </a:graphicData>
        </a:graphic>
      </p:graphicFrame>
      <p:pic>
        <p:nvPicPr>
          <p:cNvPr id="5" name="Immagine 4" descr="Immagine che contiene schermata, diagramm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11FD564B-D15F-3A96-61B0-B3472D033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8433" y="2994841"/>
            <a:ext cx="1739253" cy="2973371"/>
          </a:xfrm>
          <a:prstGeom prst="rect">
            <a:avLst/>
          </a:prstGeom>
        </p:spPr>
      </p:pic>
      <p:pic>
        <p:nvPicPr>
          <p:cNvPr id="7" name="Immagine 6" descr="Immagine che contiene schermata, testo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A3AA3BEE-8D7D-0F01-D660-78041DF12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096" y="3010311"/>
            <a:ext cx="2759526" cy="2957312"/>
          </a:xfrm>
          <a:prstGeom prst="rect">
            <a:avLst/>
          </a:prstGeom>
        </p:spPr>
      </p:pic>
      <p:pic>
        <p:nvPicPr>
          <p:cNvPr id="6" name="Picture 5" descr="A black logo with text&#10;&#10;AI-generated content may be incorrect.">
            <a:extLst>
              <a:ext uri="{FF2B5EF4-FFF2-40B4-BE49-F238E27FC236}">
                <a16:creationId xmlns:a16="http://schemas.microsoft.com/office/drawing/2014/main" id="{6CDB9482-9513-EE71-5F9B-5CAB0FB27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208" y="3877"/>
            <a:ext cx="776156" cy="963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7050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3366A-F0C1-4A8D-5178-B832E4309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668B8-3B25-128A-274C-4F8DFC487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9866" y="2136"/>
            <a:ext cx="3680951" cy="1392538"/>
          </a:xfrm>
        </p:spPr>
        <p:txBody>
          <a:bodyPr/>
          <a:lstStyle/>
          <a:p>
            <a:r>
              <a:rPr b="1"/>
              <a:t>Trajectory Planning</a:t>
            </a:r>
            <a:endParaRPr lang="en-US" b="1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0BB66-08F4-2AAF-52AC-633C6F3BA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583" y="1093872"/>
            <a:ext cx="7429499" cy="1243424"/>
          </a:xfrm>
        </p:spPr>
        <p:txBody>
          <a:bodyPr/>
          <a:lstStyle/>
          <a:p>
            <a:pPr marL="0" indent="0">
              <a:buNone/>
            </a:pPr>
            <a:r>
              <a:t>•</a:t>
            </a:r>
            <a:r>
              <a:rPr sz="2400"/>
              <a:t> Lines and parabolas: </a:t>
            </a:r>
            <a:r>
              <a:rPr lang="en-US" sz="2400" err="1"/>
              <a:t>LinesParabolas</a:t>
            </a:r>
            <a:r>
              <a:rPr sz="2400" err="1"/>
              <a:t>_mainAB_BC.m</a:t>
            </a:r>
            <a:endParaRPr lang="en-US" sz="2400" err="1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Immagine 4" descr="Immagine che contiene schermata, diagramma, Diagramma, testo&#10;&#10;Il contenuto generato dall'IA potrebbe non essere corretto.">
            <a:extLst>
              <a:ext uri="{FF2B5EF4-FFF2-40B4-BE49-F238E27FC236}">
                <a16:creationId xmlns:a16="http://schemas.microsoft.com/office/drawing/2014/main" id="{04EC0ADE-0178-06D9-243C-B8A47795D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65" y="3203414"/>
            <a:ext cx="3152956" cy="2880263"/>
          </a:xfrm>
          <a:prstGeom prst="rect">
            <a:avLst/>
          </a:prstGeom>
        </p:spPr>
      </p:pic>
      <p:pic>
        <p:nvPicPr>
          <p:cNvPr id="10" name="Immagine 9" descr="Immagine che contiene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15FB2D59-8A71-92FD-C488-D6AB1E414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513" y="3424638"/>
            <a:ext cx="3706471" cy="2364070"/>
          </a:xfrm>
          <a:prstGeom prst="rect">
            <a:avLst/>
          </a:prstGeom>
        </p:spPr>
      </p:pic>
      <p:graphicFrame>
        <p:nvGraphicFramePr>
          <p:cNvPr id="14" name="Tabella 13">
            <a:extLst>
              <a:ext uri="{FF2B5EF4-FFF2-40B4-BE49-F238E27FC236}">
                <a16:creationId xmlns:a16="http://schemas.microsoft.com/office/drawing/2014/main" id="{1ECCE5D7-3A39-8463-B0FC-019F0D2283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249533"/>
              </p:ext>
            </p:extLst>
          </p:nvPr>
        </p:nvGraphicFramePr>
        <p:xfrm>
          <a:off x="582979" y="2380454"/>
          <a:ext cx="854590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8634">
                  <a:extLst>
                    <a:ext uri="{9D8B030D-6E8A-4147-A177-3AD203B41FA5}">
                      <a16:colId xmlns:a16="http://schemas.microsoft.com/office/drawing/2014/main" val="4230869608"/>
                    </a:ext>
                  </a:extLst>
                </a:gridCol>
                <a:gridCol w="2016664">
                  <a:extLst>
                    <a:ext uri="{9D8B030D-6E8A-4147-A177-3AD203B41FA5}">
                      <a16:colId xmlns:a16="http://schemas.microsoft.com/office/drawing/2014/main" val="1659004411"/>
                    </a:ext>
                  </a:extLst>
                </a:gridCol>
                <a:gridCol w="3680604">
                  <a:extLst>
                    <a:ext uri="{9D8B030D-6E8A-4147-A177-3AD203B41FA5}">
                      <a16:colId xmlns:a16="http://schemas.microsoft.com/office/drawing/2014/main" val="647261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Matlab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Vs</a:t>
                      </a:r>
                    </a:p>
                    <a:p>
                      <a:endParaRPr lang="it-IT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4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Simscape</a:t>
                      </a:r>
                      <a:r>
                        <a:rPr lang="it-IT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24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Multibody</a:t>
                      </a:r>
                      <a:r>
                        <a:rPr lang="it-IT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it-IT" sz="2400" kern="120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direct</a:t>
                      </a:r>
                      <a:r>
                        <a:rPr lang="it-IT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7225189"/>
                  </a:ext>
                </a:extLst>
              </a:tr>
            </a:tbl>
          </a:graphicData>
        </a:graphic>
      </p:graphicFrame>
      <p:pic>
        <p:nvPicPr>
          <p:cNvPr id="6" name="Picture 5" descr="A black logo with text&#10;&#10;AI-generated content may be incorrect.">
            <a:extLst>
              <a:ext uri="{FF2B5EF4-FFF2-40B4-BE49-F238E27FC236}">
                <a16:creationId xmlns:a16="http://schemas.microsoft.com/office/drawing/2014/main" id="{D26FB5A8-DA1E-242B-1D78-EFAB0820FF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208" y="3877"/>
            <a:ext cx="776156" cy="963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6946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31" y="808055"/>
            <a:ext cx="2984404" cy="1453363"/>
          </a:xfrm>
        </p:spPr>
        <p:txBody>
          <a:bodyPr>
            <a:normAutofit/>
          </a:bodyPr>
          <a:lstStyle/>
          <a:p>
            <a:r>
              <a:rPr lang="en-US" b="1"/>
              <a:t>Dynamic Modeling</a:t>
            </a:r>
            <a:endParaRPr lang="en-US" b="1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33" y="2261420"/>
            <a:ext cx="3002202" cy="363793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/>
              <a:t>• Direct dynamics: Anthro4DOF_Direct_Dynamics.m</a:t>
            </a:r>
            <a:endParaRPr lang="en-US" sz="24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400"/>
              <a:t>• Inverse dynamics: Anthro4DOF_Inverse_Dynamics.m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400"/>
              <a:t>• Mass and gravity effects</a:t>
            </a:r>
            <a:endParaRPr lang="en-US" sz="24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912231-36FD-44AD-993D-072944C4B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314" y="2319253"/>
            <a:ext cx="4571694" cy="205726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 descr="A black logo with text&#10;&#10;AI-generated content may be incorrect.">
            <a:extLst>
              <a:ext uri="{FF2B5EF4-FFF2-40B4-BE49-F238E27FC236}">
                <a16:creationId xmlns:a16="http://schemas.microsoft.com/office/drawing/2014/main" id="{9D866A8D-7DA0-E909-FEB3-C9816A046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208" y="3877"/>
            <a:ext cx="776156" cy="963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858" y="1719807"/>
            <a:ext cx="2744542" cy="3418387"/>
          </a:xfrm>
        </p:spPr>
        <p:txBody>
          <a:bodyPr>
            <a:normAutofit/>
          </a:bodyPr>
          <a:lstStyle/>
          <a:p>
            <a:pPr algn="r"/>
            <a:r>
              <a:rPr lang="en-US" b="1" err="1"/>
              <a:t>Simscape</a:t>
            </a:r>
            <a:r>
              <a:rPr lang="en-US" b="1"/>
              <a:t> Multibody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3851" y="2683634"/>
            <a:ext cx="4888157" cy="2157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/>
              <a:t>• Parameters: </a:t>
            </a:r>
            <a:r>
              <a:rPr sz="2400" err="1"/>
              <a:t>simscape.m</a:t>
            </a:r>
            <a:endParaRPr lang="en-US"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sz="2400"/>
              <a:t>• Models: Simscape_diret_5.slx</a:t>
            </a:r>
            <a:endParaRPr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sz="2400"/>
              <a:t>          </a:t>
            </a:r>
            <a:r>
              <a:rPr sz="2400" err="1"/>
              <a:t>Simscape_diret_torc.slx</a:t>
            </a:r>
            <a:endParaRPr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sz="2400"/>
              <a:t>          </a:t>
            </a:r>
            <a:r>
              <a:rPr sz="2400" err="1"/>
              <a:t>Simscape_invers_kinematics.slx</a:t>
            </a:r>
            <a:endParaRPr lang="it-IT" sz="2400">
              <a:ea typeface="Calibri" panose="020F0502020204030204"/>
              <a:cs typeface="Calibri" panose="020F0502020204030204"/>
            </a:endParaRPr>
          </a:p>
          <a:p>
            <a:endParaRPr lang="it-IT" sz="24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it-IT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7" name="Picture 6" descr="A black logo with text&#10;&#10;AI-generated content may be incorrect.">
            <a:extLst>
              <a:ext uri="{FF2B5EF4-FFF2-40B4-BE49-F238E27FC236}">
                <a16:creationId xmlns:a16="http://schemas.microsoft.com/office/drawing/2014/main" id="{B960A559-D2AD-ADEF-CD8B-F7144B089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208" y="3877"/>
            <a:ext cx="776156" cy="963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B51B4-DD38-1B5F-52FE-981BBF7B8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4269F-5C57-9FCB-64AA-4D43940EC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098" y="-198116"/>
            <a:ext cx="7429499" cy="1478570"/>
          </a:xfrm>
        </p:spPr>
        <p:txBody>
          <a:bodyPr/>
          <a:lstStyle/>
          <a:p>
            <a:r>
              <a:rPr b="1" err="1"/>
              <a:t>Simscape</a:t>
            </a:r>
            <a:r>
              <a:rPr b="1"/>
              <a:t> Multibody Validation</a:t>
            </a:r>
            <a:endParaRPr lang="en-US" b="1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8BBB3-37D7-91AB-7523-FDA713576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0" y="730311"/>
            <a:ext cx="7429499" cy="3541714"/>
          </a:xfrm>
        </p:spPr>
        <p:txBody>
          <a:bodyPr/>
          <a:lstStyle/>
          <a:p>
            <a:r>
              <a:rPr lang="en-US"/>
              <a:t>• Models: Simscape_diret_5.slx</a:t>
            </a:r>
          </a:p>
        </p:txBody>
      </p:sp>
      <p:pic>
        <p:nvPicPr>
          <p:cNvPr id="6" name="Immagine 5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3CE4D3F7-9FFC-6C57-E43B-00F301C253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1225929"/>
            <a:ext cx="9144000" cy="3851601"/>
          </a:xfrm>
          <a:prstGeom prst="rect">
            <a:avLst/>
          </a:prstGeom>
        </p:spPr>
      </p:pic>
      <p:pic>
        <p:nvPicPr>
          <p:cNvPr id="4" name="Simscape_diret_5">
            <a:hlinkClick r:id="" action="ppaction://media"/>
            <a:extLst>
              <a:ext uri="{FF2B5EF4-FFF2-40B4-BE49-F238E27FC236}">
                <a16:creationId xmlns:a16="http://schemas.microsoft.com/office/drawing/2014/main" id="{F4ED4264-7C81-9AD1-F24B-261CD2BFAAA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24203" t="15714" r="-1"/>
          <a:stretch>
            <a:fillRect/>
          </a:stretch>
        </p:blipFill>
        <p:spPr>
          <a:xfrm>
            <a:off x="6032110" y="2860955"/>
            <a:ext cx="6930932" cy="5424386"/>
          </a:xfrm>
          <a:prstGeom prst="rect">
            <a:avLst/>
          </a:prstGeom>
        </p:spPr>
      </p:pic>
      <p:pic>
        <p:nvPicPr>
          <p:cNvPr id="7" name="Picture 6" descr="A black logo with text&#10;&#10;AI-generated content may be incorrect.">
            <a:extLst>
              <a:ext uri="{FF2B5EF4-FFF2-40B4-BE49-F238E27FC236}">
                <a16:creationId xmlns:a16="http://schemas.microsoft.com/office/drawing/2014/main" id="{51D929DA-933E-3A80-5659-EA129E43F8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8208" y="3877"/>
            <a:ext cx="776156" cy="963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0500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1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719807"/>
            <a:ext cx="2744542" cy="3418387"/>
          </a:xfrm>
        </p:spPr>
        <p:txBody>
          <a:bodyPr>
            <a:normAutofit/>
          </a:bodyPr>
          <a:lstStyle/>
          <a:p>
            <a:pPr algn="r"/>
            <a:r>
              <a:rPr b="1"/>
              <a:t>Results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4" y="1719807"/>
            <a:ext cx="4888157" cy="4291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/>
              <a:t>• Kinematic and torque plots: </a:t>
            </a:r>
            <a:r>
              <a:rPr sz="2800" err="1"/>
              <a:t>plotAll.m</a:t>
            </a:r>
            <a:endParaRPr lang="en-US" sz="2800">
              <a:ea typeface="Calibri"/>
              <a:cs typeface="Calibri"/>
            </a:endParaRPr>
          </a:p>
          <a:p>
            <a:pPr marL="0" indent="0">
              <a:buNone/>
            </a:pPr>
            <a:r>
              <a:rPr sz="2800"/>
              <a:t>• Link visualization: PlotAnthro4LOG.m</a:t>
            </a:r>
            <a:endParaRPr sz="2800">
              <a:ea typeface="Calibri"/>
              <a:cs typeface="Calibri"/>
            </a:endParaRPr>
          </a:p>
          <a:p>
            <a:pPr marL="0" indent="0">
              <a:buNone/>
            </a:pPr>
            <a:r>
              <a:rPr sz="2800"/>
              <a:t>• MATLAB vs </a:t>
            </a:r>
            <a:r>
              <a:rPr sz="2800" err="1"/>
              <a:t>Simscape</a:t>
            </a:r>
            <a:r>
              <a:rPr sz="2800"/>
              <a:t> agreement</a:t>
            </a:r>
            <a:endParaRPr lang="it-IT" sz="2800">
              <a:ea typeface="Calibri"/>
              <a:cs typeface="Calibri"/>
            </a:endParaRPr>
          </a:p>
          <a:p>
            <a:endParaRPr lang="it-IT"/>
          </a:p>
          <a:p>
            <a:pPr marL="0" indent="0">
              <a:buNone/>
            </a:pPr>
            <a:endParaRPr lang="it-IT">
              <a:ea typeface="Calibri"/>
              <a:cs typeface="Calibri"/>
            </a:endParaRPr>
          </a:p>
        </p:txBody>
      </p:sp>
      <p:pic>
        <p:nvPicPr>
          <p:cNvPr id="5" name="Picture 4" descr="A black logo with text&#10;&#10;AI-generated content may be incorrect.">
            <a:extLst>
              <a:ext uri="{FF2B5EF4-FFF2-40B4-BE49-F238E27FC236}">
                <a16:creationId xmlns:a16="http://schemas.microsoft.com/office/drawing/2014/main" id="{15471271-FBDF-FD16-6ED6-8FDCFAD78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208" y="3877"/>
            <a:ext cx="776156" cy="963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31" y="808055"/>
            <a:ext cx="2984404" cy="1453363"/>
          </a:xfrm>
        </p:spPr>
        <p:txBody>
          <a:bodyPr>
            <a:normAutofit/>
          </a:bodyPr>
          <a:lstStyle/>
          <a:p>
            <a:r>
              <a:rPr lang="it-IT" b="1"/>
              <a:t>EOAT Design</a:t>
            </a:r>
            <a:endParaRPr lang="it-IT" b="1">
              <a:ea typeface="Calibri Light"/>
              <a:cs typeface="Calibri Light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424614-F6B5-41FD-FDBB-5FB4B99E26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6107326"/>
              </p:ext>
            </p:extLst>
          </p:nvPr>
        </p:nvGraphicFramePr>
        <p:xfrm>
          <a:off x="601633" y="2261420"/>
          <a:ext cx="3002202" cy="36379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5" name="Picture 74" descr="A white object with holes&#10;&#10;AI-generated content may be incorrect.">
            <a:extLst>
              <a:ext uri="{FF2B5EF4-FFF2-40B4-BE49-F238E27FC236}">
                <a16:creationId xmlns:a16="http://schemas.microsoft.com/office/drawing/2014/main" id="{46CF9634-9C06-FB71-738B-F3668EFB80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3672" y="1092975"/>
            <a:ext cx="4477832" cy="5102943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5" name="Picture 104" descr="A black logo with text&#10;&#10;AI-generated content may be incorrect.">
            <a:extLst>
              <a:ext uri="{FF2B5EF4-FFF2-40B4-BE49-F238E27FC236}">
                <a16:creationId xmlns:a16="http://schemas.microsoft.com/office/drawing/2014/main" id="{416D3EF1-6DE2-EDB8-D792-FC37B5038E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8208" y="3877"/>
            <a:ext cx="776156" cy="963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4866" y="498987"/>
            <a:ext cx="2326021" cy="1456267"/>
          </a:xfrm>
        </p:spPr>
        <p:txBody>
          <a:bodyPr>
            <a:normAutofit/>
          </a:bodyPr>
          <a:lstStyle/>
          <a:p>
            <a:r>
              <a:rPr b="1"/>
              <a:t>Conclusions</a:t>
            </a:r>
            <a:endParaRPr lang="en-US" b="1">
              <a:ea typeface="Calibri Light"/>
              <a:cs typeface="Calibri Light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C395EA-46CE-3150-8A55-43FEDC127C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5507310"/>
              </p:ext>
            </p:extLst>
          </p:nvPr>
        </p:nvGraphicFramePr>
        <p:xfrm>
          <a:off x="514350" y="2406400"/>
          <a:ext cx="7598568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6" name="Picture 105" descr="A black logo with text&#10;&#10;AI-generated content may be incorrect.">
            <a:extLst>
              <a:ext uri="{FF2B5EF4-FFF2-40B4-BE49-F238E27FC236}">
                <a16:creationId xmlns:a16="http://schemas.microsoft.com/office/drawing/2014/main" id="{9F83BA37-EC60-B2C9-D21D-0E74236A68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8208" y="3877"/>
            <a:ext cx="776156" cy="963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B768E-CE45-2A4F-1082-389B864AE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26" y="1512390"/>
            <a:ext cx="2984404" cy="3677579"/>
          </a:xfrm>
        </p:spPr>
        <p:txBody>
          <a:bodyPr>
            <a:normAutofit/>
          </a:bodyPr>
          <a:lstStyle/>
          <a:p>
            <a:r>
              <a:rPr lang="en-US" sz="3600" b="1" err="1">
                <a:ea typeface="Calibri Light"/>
                <a:cs typeface="Calibri Light"/>
              </a:rPr>
              <a:t>ThaNK</a:t>
            </a:r>
            <a:r>
              <a:rPr lang="en-US" sz="3600" b="1">
                <a:ea typeface="Calibri Light"/>
                <a:cs typeface="Calibri Light"/>
              </a:rPr>
              <a:t> YOU FOR YOUR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F9997-ECA6-8821-6409-16D2F1EA9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4507" y="5770738"/>
            <a:ext cx="1309328" cy="128617"/>
          </a:xfrm>
        </p:spPr>
        <p:txBody>
          <a:bodyPr>
            <a:normAutofit fontScale="25000" lnSpcReduction="20000"/>
          </a:bodyPr>
          <a:lstStyle/>
          <a:p>
            <a:endParaRPr lang="en-US"/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759F6355-BCE9-0FAA-FF61-FF4CCE86A8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7314" y="1062037"/>
            <a:ext cx="4571694" cy="457169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 descr="A black logo with text&#10;&#10;AI-generated content may be incorrect.">
            <a:extLst>
              <a:ext uri="{FF2B5EF4-FFF2-40B4-BE49-F238E27FC236}">
                <a16:creationId xmlns:a16="http://schemas.microsoft.com/office/drawing/2014/main" id="{A1EE283F-F756-C7CA-B8A7-3D36A465DB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8208" y="3877"/>
            <a:ext cx="776156" cy="9634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191326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22</TotalTime>
  <Words>440</Words>
  <Application>Microsoft Office PowerPoint</Application>
  <PresentationFormat>Presentazione su schermo (4:3)</PresentationFormat>
  <Paragraphs>75</Paragraphs>
  <Slides>18</Slides>
  <Notes>1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Celestial</vt:lpstr>
      <vt:lpstr>Project of Applied Robotics Technologies – AA 2025–2026</vt:lpstr>
      <vt:lpstr>Project Objectives</vt:lpstr>
      <vt:lpstr>Robotic Task</vt:lpstr>
      <vt:lpstr>Robot Mechanical Structure</vt:lpstr>
      <vt:lpstr>Kinematic Modeling</vt:lpstr>
      <vt:lpstr>Jacobian and Workspace</vt:lpstr>
      <vt:lpstr>Trajectory Planning</vt:lpstr>
      <vt:lpstr>Trajectory Planning</vt:lpstr>
      <vt:lpstr>Trajectory Planning</vt:lpstr>
      <vt:lpstr>Trajectory Planning</vt:lpstr>
      <vt:lpstr>Trajectory Planning</vt:lpstr>
      <vt:lpstr>Dynamic Modeling</vt:lpstr>
      <vt:lpstr>Simscape Multibody Validation</vt:lpstr>
      <vt:lpstr>Simscape Multibody Validation</vt:lpstr>
      <vt:lpstr>Results</vt:lpstr>
      <vt:lpstr>EOAT Design</vt:lpstr>
      <vt:lpstr>Conclusions</vt:lpstr>
      <vt:lpstr>ThaNK YOU FOR YOUR ATTENTION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Pahaliah N'Guessan</dc:creator>
  <cp:keywords/>
  <dc:description>generated using python-pptx</dc:description>
  <cp:lastModifiedBy>Pahaliah N'Guessan</cp:lastModifiedBy>
  <cp:revision>3</cp:revision>
  <dcterms:created xsi:type="dcterms:W3CDTF">2013-01-27T09:14:16Z</dcterms:created>
  <dcterms:modified xsi:type="dcterms:W3CDTF">2025-12-17T22:51:13Z</dcterms:modified>
  <cp:category/>
</cp:coreProperties>
</file>